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notesMasterIdLst>
    <p:notesMasterId r:id="rId15"/>
  </p:notesMasterIdLst>
  <p:handoutMasterIdLst>
    <p:handoutMasterId r:id="rId16"/>
  </p:handoutMasterIdLst>
  <p:sldIdLst>
    <p:sldId id="256" r:id="rId2"/>
    <p:sldId id="268" r:id="rId3"/>
    <p:sldId id="269" r:id="rId4"/>
    <p:sldId id="270" r:id="rId5"/>
    <p:sldId id="271" r:id="rId6"/>
    <p:sldId id="272" r:id="rId7"/>
    <p:sldId id="279" r:id="rId8"/>
    <p:sldId id="267" r:id="rId9"/>
    <p:sldId id="273" r:id="rId10"/>
    <p:sldId id="274" r:id="rId11"/>
    <p:sldId id="275" r:id="rId12"/>
    <p:sldId id="276" r:id="rId13"/>
    <p:sldId id="280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BC89EF96-8CEA-46FF-86C4-4CE0E760980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6206" autoAdjust="0"/>
  </p:normalViewPr>
  <p:slideViewPr>
    <p:cSldViewPr snapToGrid="0">
      <p:cViewPr varScale="1">
        <p:scale>
          <a:sx n="105" d="100"/>
          <a:sy n="105" d="100"/>
        </p:scale>
        <p:origin x="774" y="10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76" d="100"/>
          <a:sy n="76" d="100"/>
        </p:scale>
        <p:origin x="1680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9D2DDA-69D8-473F-A583-B6774B31A77B}" type="datetimeFigureOut">
              <a:rPr lang="en-US"/>
              <a:t>11/20/2025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392CCB-FF08-4D29-8DA3-E1FD86044808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6215331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1F6DFB-6833-46E4-B515-70E0D9178056}" type="datetimeFigureOut">
              <a:rPr lang="en-US"/>
              <a:t>11/20/2025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8706C7-F2C3-48B6-8A22-C484D800B5D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95068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-2" y="295863"/>
            <a:ext cx="12188827" cy="6323264"/>
            <a:chOff x="-2" y="295863"/>
            <a:chExt cx="12188827" cy="6323264"/>
          </a:xfrm>
        </p:grpSpPr>
        <p:sp>
          <p:nvSpPr>
            <p:cNvPr id="33" name="Rectangle 32"/>
            <p:cNvSpPr/>
            <p:nvPr/>
          </p:nvSpPr>
          <p:spPr>
            <a:xfrm>
              <a:off x="-1" y="1905000"/>
              <a:ext cx="12188826" cy="3200400"/>
            </a:xfrm>
            <a:prstGeom prst="rect">
              <a:avLst/>
            </a:prstGeom>
            <a:gradFill flip="none" rotWithShape="1">
              <a:gsLst>
                <a:gs pos="100000">
                  <a:schemeClr val="accent1">
                    <a:alpha val="50000"/>
                  </a:schemeClr>
                </a:gs>
                <a:gs pos="0">
                  <a:schemeClr val="accent1">
                    <a:lumMod val="60000"/>
                    <a:lumOff val="40000"/>
                    <a:alpha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34" name="Rectangle 33"/>
            <p:cNvSpPr/>
            <p:nvPr/>
          </p:nvSpPr>
          <p:spPr>
            <a:xfrm>
              <a:off x="-2" y="1795132"/>
              <a:ext cx="12188826" cy="73152"/>
            </a:xfrm>
            <a:prstGeom prst="rect">
              <a:avLst/>
            </a:prstGeom>
            <a:gradFill flip="none" rotWithShape="1">
              <a:gsLst>
                <a:gs pos="100000">
                  <a:schemeClr val="accent1">
                    <a:alpha val="80000"/>
                  </a:schemeClr>
                </a:gs>
                <a:gs pos="0">
                  <a:schemeClr val="accent1">
                    <a:lumMod val="60000"/>
                    <a:lumOff val="40000"/>
                    <a:alpha val="8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35" name="Rectangle 34"/>
            <p:cNvSpPr/>
            <p:nvPr/>
          </p:nvSpPr>
          <p:spPr>
            <a:xfrm>
              <a:off x="-2" y="5142116"/>
              <a:ext cx="12188826" cy="73152"/>
            </a:xfrm>
            <a:prstGeom prst="rect">
              <a:avLst/>
            </a:prstGeom>
            <a:gradFill flip="none" rotWithShape="1">
              <a:gsLst>
                <a:gs pos="100000">
                  <a:schemeClr val="accent1">
                    <a:alpha val="80000"/>
                  </a:schemeClr>
                </a:gs>
                <a:gs pos="0">
                  <a:schemeClr val="accent1">
                    <a:lumMod val="60000"/>
                    <a:lumOff val="40000"/>
                    <a:alpha val="8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36" name="Oval 2"/>
            <p:cNvSpPr>
              <a:spLocks noChangeArrowheads="1"/>
            </p:cNvSpPr>
            <p:nvPr/>
          </p:nvSpPr>
          <p:spPr bwMode="grayWhite">
            <a:xfrm>
              <a:off x="534293" y="5791419"/>
              <a:ext cx="716336" cy="739723"/>
            </a:xfrm>
            <a:prstGeom prst="ellipse">
              <a:avLst/>
            </a:prstGeom>
            <a:noFill/>
            <a:ln w="12700">
              <a:solidFill>
                <a:schemeClr val="accent1">
                  <a:lumMod val="5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" name="Oval 3"/>
            <p:cNvSpPr>
              <a:spLocks noChangeArrowheads="1"/>
            </p:cNvSpPr>
            <p:nvPr/>
          </p:nvSpPr>
          <p:spPr bwMode="grayWhite">
            <a:xfrm>
              <a:off x="696482" y="5958903"/>
              <a:ext cx="106437" cy="109912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" name="Oval 5"/>
            <p:cNvSpPr>
              <a:spLocks noChangeArrowheads="1"/>
            </p:cNvSpPr>
            <p:nvPr/>
          </p:nvSpPr>
          <p:spPr bwMode="grayWhite">
            <a:xfrm>
              <a:off x="213400" y="5778215"/>
              <a:ext cx="310863" cy="321012"/>
            </a:xfrm>
            <a:prstGeom prst="ellipse">
              <a:avLst/>
            </a:prstGeom>
            <a:noFill/>
            <a:ln w="12700">
              <a:solidFill>
                <a:schemeClr val="accent1">
                  <a:lumMod val="5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" name="Oval 6"/>
            <p:cNvSpPr>
              <a:spLocks noChangeArrowheads="1"/>
            </p:cNvSpPr>
            <p:nvPr/>
          </p:nvSpPr>
          <p:spPr bwMode="grayWhite">
            <a:xfrm>
              <a:off x="284358" y="5851489"/>
              <a:ext cx="40547" cy="41871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0" name="Oval 8"/>
            <p:cNvSpPr>
              <a:spLocks noChangeArrowheads="1"/>
            </p:cNvSpPr>
            <p:nvPr/>
          </p:nvSpPr>
          <p:spPr bwMode="grayWhite">
            <a:xfrm>
              <a:off x="10486137" y="5404864"/>
              <a:ext cx="473052" cy="488496"/>
            </a:xfrm>
            <a:prstGeom prst="ellipse">
              <a:avLst/>
            </a:prstGeom>
            <a:noFill/>
            <a:ln w="12700">
              <a:solidFill>
                <a:schemeClr val="accent1">
                  <a:lumMod val="5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" name="Oval 9"/>
            <p:cNvSpPr>
              <a:spLocks noChangeArrowheads="1"/>
            </p:cNvSpPr>
            <p:nvPr/>
          </p:nvSpPr>
          <p:spPr bwMode="grayWhite">
            <a:xfrm>
              <a:off x="10594263" y="5516520"/>
              <a:ext cx="65889" cy="68041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" name="Oval 11"/>
            <p:cNvSpPr>
              <a:spLocks noChangeArrowheads="1"/>
            </p:cNvSpPr>
            <p:nvPr/>
          </p:nvSpPr>
          <p:spPr bwMode="grayWhite">
            <a:xfrm>
              <a:off x="6575012" y="6214373"/>
              <a:ext cx="391957" cy="404754"/>
            </a:xfrm>
            <a:prstGeom prst="ellipse">
              <a:avLst/>
            </a:prstGeom>
            <a:noFill/>
            <a:ln w="12700">
              <a:solidFill>
                <a:schemeClr val="accent1">
                  <a:lumMod val="5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" name="Oval 12"/>
            <p:cNvSpPr>
              <a:spLocks noChangeArrowheads="1"/>
            </p:cNvSpPr>
            <p:nvPr/>
          </p:nvSpPr>
          <p:spPr bwMode="grayWhite">
            <a:xfrm>
              <a:off x="6664554" y="6306838"/>
              <a:ext cx="54063" cy="5582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4" name="Oval 14"/>
            <p:cNvSpPr>
              <a:spLocks noChangeArrowheads="1"/>
            </p:cNvSpPr>
            <p:nvPr/>
          </p:nvSpPr>
          <p:spPr bwMode="grayWhite">
            <a:xfrm>
              <a:off x="3520863" y="5733822"/>
              <a:ext cx="391957" cy="404754"/>
            </a:xfrm>
            <a:prstGeom prst="ellipse">
              <a:avLst/>
            </a:prstGeom>
            <a:noFill/>
            <a:ln w="12700">
              <a:solidFill>
                <a:schemeClr val="accent1">
                  <a:lumMod val="5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5" name="Oval 15"/>
            <p:cNvSpPr>
              <a:spLocks noChangeArrowheads="1"/>
            </p:cNvSpPr>
            <p:nvPr/>
          </p:nvSpPr>
          <p:spPr bwMode="grayWhite">
            <a:xfrm>
              <a:off x="3610405" y="5826287"/>
              <a:ext cx="54063" cy="5582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6" name="Oval 17"/>
            <p:cNvSpPr>
              <a:spLocks noChangeArrowheads="1"/>
            </p:cNvSpPr>
            <p:nvPr/>
          </p:nvSpPr>
          <p:spPr bwMode="grayWhite">
            <a:xfrm>
              <a:off x="5845161" y="295863"/>
              <a:ext cx="716336" cy="739723"/>
            </a:xfrm>
            <a:prstGeom prst="ellipse">
              <a:avLst/>
            </a:prstGeom>
            <a:noFill/>
            <a:ln w="12700">
              <a:solidFill>
                <a:schemeClr val="accent1">
                  <a:lumMod val="5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7" name="Oval 18"/>
            <p:cNvSpPr>
              <a:spLocks noChangeArrowheads="1"/>
            </p:cNvSpPr>
            <p:nvPr/>
          </p:nvSpPr>
          <p:spPr bwMode="grayWhite">
            <a:xfrm>
              <a:off x="6007350" y="463347"/>
              <a:ext cx="106437" cy="109912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8" name="Oval 20"/>
            <p:cNvSpPr>
              <a:spLocks noChangeArrowheads="1"/>
            </p:cNvSpPr>
            <p:nvPr/>
          </p:nvSpPr>
          <p:spPr bwMode="grayWhite">
            <a:xfrm>
              <a:off x="5439688" y="630832"/>
              <a:ext cx="391957" cy="404754"/>
            </a:xfrm>
            <a:prstGeom prst="ellipse">
              <a:avLst/>
            </a:prstGeom>
            <a:noFill/>
            <a:ln w="12700">
              <a:solidFill>
                <a:schemeClr val="accent1">
                  <a:lumMod val="5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" name="Oval 21"/>
            <p:cNvSpPr>
              <a:spLocks noChangeArrowheads="1"/>
            </p:cNvSpPr>
            <p:nvPr/>
          </p:nvSpPr>
          <p:spPr bwMode="grayWhite">
            <a:xfrm>
              <a:off x="5529230" y="723297"/>
              <a:ext cx="54063" cy="5582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0" name="Oval 23"/>
            <p:cNvSpPr>
              <a:spLocks noChangeArrowheads="1"/>
            </p:cNvSpPr>
            <p:nvPr/>
          </p:nvSpPr>
          <p:spPr bwMode="grayWhite">
            <a:xfrm>
              <a:off x="6575012" y="295863"/>
              <a:ext cx="391957" cy="404754"/>
            </a:xfrm>
            <a:prstGeom prst="ellipse">
              <a:avLst/>
            </a:prstGeom>
            <a:noFill/>
            <a:ln w="12700">
              <a:solidFill>
                <a:schemeClr val="accent1">
                  <a:lumMod val="5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" name="Oval 24"/>
            <p:cNvSpPr>
              <a:spLocks noChangeArrowheads="1"/>
            </p:cNvSpPr>
            <p:nvPr/>
          </p:nvSpPr>
          <p:spPr bwMode="grayWhite">
            <a:xfrm>
              <a:off x="6664554" y="388328"/>
              <a:ext cx="54063" cy="5582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" name="Oval 26"/>
            <p:cNvSpPr>
              <a:spLocks noChangeArrowheads="1"/>
            </p:cNvSpPr>
            <p:nvPr/>
          </p:nvSpPr>
          <p:spPr bwMode="grayWhite">
            <a:xfrm>
              <a:off x="11218217" y="589639"/>
              <a:ext cx="554146" cy="572239"/>
            </a:xfrm>
            <a:prstGeom prst="ellipse">
              <a:avLst/>
            </a:prstGeom>
            <a:noFill/>
            <a:ln w="12700">
              <a:solidFill>
                <a:schemeClr val="accent1">
                  <a:lumMod val="5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3" name="Oval 27"/>
            <p:cNvSpPr>
              <a:spLocks noChangeArrowheads="1"/>
            </p:cNvSpPr>
            <p:nvPr/>
          </p:nvSpPr>
          <p:spPr bwMode="grayWhite">
            <a:xfrm>
              <a:off x="11344927" y="720486"/>
              <a:ext cx="79405" cy="8199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" name="Oval 29"/>
            <p:cNvSpPr>
              <a:spLocks noChangeArrowheads="1"/>
            </p:cNvSpPr>
            <p:nvPr/>
          </p:nvSpPr>
          <p:spPr bwMode="grayWhite">
            <a:xfrm>
              <a:off x="11312827" y="1372978"/>
              <a:ext cx="229768" cy="237270"/>
            </a:xfrm>
            <a:prstGeom prst="ellipse">
              <a:avLst/>
            </a:prstGeom>
            <a:noFill/>
            <a:ln w="12700">
              <a:solidFill>
                <a:schemeClr val="accent1">
                  <a:lumMod val="5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5" name="Oval 30"/>
            <p:cNvSpPr>
              <a:spLocks noChangeArrowheads="1"/>
            </p:cNvSpPr>
            <p:nvPr/>
          </p:nvSpPr>
          <p:spPr bwMode="grayWhite">
            <a:xfrm>
              <a:off x="11366890" y="1428806"/>
              <a:ext cx="27032" cy="27914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6" name="Oval 32"/>
            <p:cNvSpPr>
              <a:spLocks noChangeArrowheads="1"/>
            </p:cNvSpPr>
            <p:nvPr/>
          </p:nvSpPr>
          <p:spPr bwMode="grayWhite">
            <a:xfrm>
              <a:off x="1303864" y="669938"/>
              <a:ext cx="554146" cy="572239"/>
            </a:xfrm>
            <a:prstGeom prst="ellipse">
              <a:avLst/>
            </a:prstGeom>
            <a:noFill/>
            <a:ln w="12700">
              <a:solidFill>
                <a:schemeClr val="accent1">
                  <a:lumMod val="5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7" name="Oval 33"/>
            <p:cNvSpPr>
              <a:spLocks noChangeArrowheads="1"/>
            </p:cNvSpPr>
            <p:nvPr/>
          </p:nvSpPr>
          <p:spPr bwMode="grayWhite">
            <a:xfrm>
              <a:off x="1428885" y="799041"/>
              <a:ext cx="81095" cy="83742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8" name="Oval 35"/>
            <p:cNvSpPr>
              <a:spLocks noChangeArrowheads="1"/>
            </p:cNvSpPr>
            <p:nvPr/>
          </p:nvSpPr>
          <p:spPr bwMode="grayWhite">
            <a:xfrm>
              <a:off x="1871526" y="837422"/>
              <a:ext cx="391957" cy="404754"/>
            </a:xfrm>
            <a:prstGeom prst="ellipse">
              <a:avLst/>
            </a:prstGeom>
            <a:noFill/>
            <a:ln w="12700">
              <a:solidFill>
                <a:schemeClr val="accent1">
                  <a:lumMod val="5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" name="Oval 36"/>
            <p:cNvSpPr>
              <a:spLocks noChangeArrowheads="1"/>
            </p:cNvSpPr>
            <p:nvPr/>
          </p:nvSpPr>
          <p:spPr bwMode="grayWhite">
            <a:xfrm>
              <a:off x="1961068" y="929887"/>
              <a:ext cx="54063" cy="5582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95400" y="2079812"/>
            <a:ext cx="9601200" cy="1724092"/>
          </a:xfrm>
        </p:spPr>
        <p:txBody>
          <a:bodyPr anchor="b"/>
          <a:lstStyle>
            <a:lvl1pPr algn="ctr">
              <a:defRPr sz="5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95400" y="3959352"/>
            <a:ext cx="9601200" cy="914400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223D7-2A27-4B34-A31C-02090805ABAC}" type="datetime1">
              <a:rPr lang="en-US" smtClean="0"/>
              <a:t>11/20/2025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49032-2A07-4AE8-BA90-74324CAE0C8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89148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C7548-FD58-4384-A951-C87160C229EB}" type="datetime1">
              <a:rPr lang="en-US" smtClean="0"/>
              <a:t>11/20/2025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49032-2A07-4AE8-BA90-74324CAE0C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9496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0" y="2130552"/>
            <a:ext cx="9601200" cy="2359152"/>
          </a:xfrm>
        </p:spPr>
        <p:txBody>
          <a:bodyPr anchor="b">
            <a:normAutofit/>
          </a:bodyPr>
          <a:lstStyle>
            <a:lvl1pPr algn="ctr">
              <a:defRPr sz="5400" b="1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572000"/>
            <a:ext cx="9601200" cy="841248"/>
          </a:xfrm>
        </p:spPr>
        <p:txBody>
          <a:bodyPr anchor="t"/>
          <a:lstStyle>
            <a:lvl1pPr marL="0" indent="0" algn="ctr">
              <a:spcBef>
                <a:spcPts val="0"/>
              </a:spcBef>
              <a:buNone/>
              <a:defRPr sz="20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13194-3577-4D3C-A927-FE879CBA54D5}" type="datetime1">
              <a:rPr lang="en-US" smtClean="0"/>
              <a:t>11/20/2025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49032-2A07-4AE8-BA90-74324CAE0C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8016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1341120" y="1901952"/>
            <a:ext cx="4572000" cy="4123944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mtClean="0"/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/>
            </a:lvl5pPr>
            <a:lvl6pPr>
              <a:defRPr/>
            </a:lvl6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we</a:t>
            </a:r>
          </a:p>
          <a:p>
            <a:pPr lvl="5"/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78880" y="1901952"/>
            <a:ext cx="4572000" cy="412394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9DC53B-D6DF-4D88-8598-DAA646F1ABC6}" type="datetime1">
              <a:rPr lang="en-US" smtClean="0"/>
              <a:t>11/20/2025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49032-2A07-4AE8-BA90-74324CAE0C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2101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1120" y="466344"/>
            <a:ext cx="9509760" cy="12344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41120" y="1837464"/>
            <a:ext cx="4572000" cy="766588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2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41120" y="2740732"/>
            <a:ext cx="4572000" cy="3288847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78880" y="1837464"/>
            <a:ext cx="4572000" cy="766588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2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78880" y="2740732"/>
            <a:ext cx="4572000" cy="3288847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13985-7297-49C2-8AF7-445853E5DC92}" type="datetime1">
              <a:rPr lang="en-US" smtClean="0"/>
              <a:t>11/20/2025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49032-2A07-4AE8-BA90-74324CAE0C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60093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7CB2E-E929-49CA-BA6D-3C562126F566}" type="datetime1">
              <a:rPr lang="en-US" smtClean="0"/>
              <a:t>11/20/2025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49032-2A07-4AE8-BA90-74324CAE0C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08368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/>
        </p:nvGrpSpPr>
        <p:grpSpPr>
          <a:xfrm flipV="1">
            <a:off x="1585" y="0"/>
            <a:ext cx="12188827" cy="377952"/>
            <a:chOff x="-1" y="6480048"/>
            <a:chExt cx="12188827" cy="377952"/>
          </a:xfrm>
        </p:grpSpPr>
        <p:sp>
          <p:nvSpPr>
            <p:cNvPr id="6" name="Rectangle 5"/>
            <p:cNvSpPr/>
            <p:nvPr/>
          </p:nvSpPr>
          <p:spPr>
            <a:xfrm>
              <a:off x="0" y="6583680"/>
              <a:ext cx="12188826" cy="274320"/>
            </a:xfrm>
            <a:prstGeom prst="rect">
              <a:avLst/>
            </a:prstGeom>
            <a:gradFill flip="none" rotWithShape="1">
              <a:gsLst>
                <a:gs pos="100000">
                  <a:schemeClr val="accent1">
                    <a:alpha val="50000"/>
                  </a:schemeClr>
                </a:gs>
                <a:gs pos="0">
                  <a:schemeClr val="accent1">
                    <a:lumMod val="60000"/>
                    <a:lumOff val="40000"/>
                    <a:alpha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-1" y="6480048"/>
              <a:ext cx="12188826" cy="73152"/>
            </a:xfrm>
            <a:prstGeom prst="rect">
              <a:avLst/>
            </a:prstGeom>
            <a:gradFill flip="none" rotWithShape="1">
              <a:gsLst>
                <a:gs pos="100000">
                  <a:schemeClr val="accent1">
                    <a:alpha val="80000"/>
                  </a:schemeClr>
                </a:gs>
                <a:gs pos="0">
                  <a:schemeClr val="accent1">
                    <a:lumMod val="60000"/>
                    <a:lumOff val="40000"/>
                    <a:alpha val="8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</p:grp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7CFE0-ED18-4B5C-AA30-B675E1042721}" type="datetime1">
              <a:rPr lang="en-US" smtClean="0"/>
              <a:t>11/20/2025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49032-2A07-4AE8-BA90-74324CAE0C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60491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 flipV="1">
            <a:off x="1585" y="0"/>
            <a:ext cx="12188827" cy="377952"/>
            <a:chOff x="-1" y="6480048"/>
            <a:chExt cx="12188827" cy="377952"/>
          </a:xfrm>
        </p:grpSpPr>
        <p:sp>
          <p:nvSpPr>
            <p:cNvPr id="9" name="Rectangle 8"/>
            <p:cNvSpPr/>
            <p:nvPr/>
          </p:nvSpPr>
          <p:spPr>
            <a:xfrm>
              <a:off x="0" y="6583680"/>
              <a:ext cx="12188826" cy="274320"/>
            </a:xfrm>
            <a:prstGeom prst="rect">
              <a:avLst/>
            </a:prstGeom>
            <a:gradFill flip="none" rotWithShape="1">
              <a:gsLst>
                <a:gs pos="100000">
                  <a:schemeClr val="accent1">
                    <a:alpha val="50000"/>
                  </a:schemeClr>
                </a:gs>
                <a:gs pos="0">
                  <a:schemeClr val="accent1">
                    <a:lumMod val="60000"/>
                    <a:lumOff val="40000"/>
                    <a:alpha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-1" y="6480048"/>
              <a:ext cx="12188826" cy="73152"/>
            </a:xfrm>
            <a:prstGeom prst="rect">
              <a:avLst/>
            </a:prstGeom>
            <a:gradFill flip="none" rotWithShape="1">
              <a:gsLst>
                <a:gs pos="100000">
                  <a:schemeClr val="accent1">
                    <a:alpha val="80000"/>
                  </a:schemeClr>
                </a:gs>
                <a:gs pos="0">
                  <a:schemeClr val="accent1">
                    <a:lumMod val="60000"/>
                    <a:lumOff val="40000"/>
                    <a:alpha val="8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70648" y="2350008"/>
            <a:ext cx="4206240" cy="1993392"/>
          </a:xfrm>
        </p:spPr>
        <p:txBody>
          <a:bodyPr anchor="b">
            <a:normAutofit/>
          </a:bodyPr>
          <a:lstStyle>
            <a:lvl1pPr>
              <a:defRPr sz="3400" b="1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58952"/>
            <a:ext cx="6629400" cy="5330952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70648" y="4361688"/>
            <a:ext cx="4206240" cy="1728216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3BAAB-3A39-450E-9B38-6FB42E71A3AF}" type="datetime1">
              <a:rPr lang="en-US" smtClean="0"/>
              <a:t>11/20/2025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49032-2A07-4AE8-BA90-74324CAE0C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5655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 flipV="1">
            <a:off x="1585" y="0"/>
            <a:ext cx="12188827" cy="377952"/>
            <a:chOff x="-1" y="6480048"/>
            <a:chExt cx="12188827" cy="377952"/>
          </a:xfrm>
        </p:grpSpPr>
        <p:sp>
          <p:nvSpPr>
            <p:cNvPr id="9" name="Rectangle 8"/>
            <p:cNvSpPr/>
            <p:nvPr/>
          </p:nvSpPr>
          <p:spPr>
            <a:xfrm>
              <a:off x="0" y="6583680"/>
              <a:ext cx="12188826" cy="274320"/>
            </a:xfrm>
            <a:prstGeom prst="rect">
              <a:avLst/>
            </a:prstGeom>
            <a:gradFill flip="none" rotWithShape="1">
              <a:gsLst>
                <a:gs pos="100000">
                  <a:schemeClr val="accent1">
                    <a:alpha val="50000"/>
                  </a:schemeClr>
                </a:gs>
                <a:gs pos="0">
                  <a:schemeClr val="accent1">
                    <a:lumMod val="60000"/>
                    <a:lumOff val="40000"/>
                    <a:alpha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-1" y="6480048"/>
              <a:ext cx="12188826" cy="73152"/>
            </a:xfrm>
            <a:prstGeom prst="rect">
              <a:avLst/>
            </a:prstGeom>
            <a:gradFill flip="none" rotWithShape="1">
              <a:gsLst>
                <a:gs pos="100000">
                  <a:schemeClr val="accent1">
                    <a:alpha val="80000"/>
                  </a:schemeClr>
                </a:gs>
                <a:gs pos="0">
                  <a:schemeClr val="accent1">
                    <a:lumMod val="60000"/>
                    <a:lumOff val="40000"/>
                    <a:alpha val="8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70648" y="2350008"/>
            <a:ext cx="4206240" cy="1993392"/>
          </a:xfrm>
        </p:spPr>
        <p:txBody>
          <a:bodyPr anchor="b">
            <a:normAutofit/>
          </a:bodyPr>
          <a:lstStyle>
            <a:lvl1pPr>
              <a:defRPr sz="3400" b="1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 descr="An empty placeholder to add an image. Click on the placeholder and select the image that you wish to add"/>
          <p:cNvSpPr>
            <a:spLocks noGrp="1"/>
          </p:cNvSpPr>
          <p:nvPr>
            <p:ph type="pic" idx="1"/>
          </p:nvPr>
        </p:nvSpPr>
        <p:spPr>
          <a:xfrm>
            <a:off x="150811" y="506104"/>
            <a:ext cx="6858002" cy="5843016"/>
          </a:xfrm>
          <a:solidFill>
            <a:schemeClr val="accent1">
              <a:lumMod val="40000"/>
              <a:lumOff val="60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70648" y="4361688"/>
            <a:ext cx="4206240" cy="1728216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EE0331-03F7-4310-9C27-C65B2378D791}" type="datetime1">
              <a:rPr lang="en-US" smtClean="0"/>
              <a:t>11/20/2025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49032-2A07-4AE8-BA90-74324CAE0C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5727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2F1F3-2254-4E04-B960-C1DB42B67330}" type="datetime1">
              <a:rPr lang="en-US" smtClean="0"/>
              <a:t>11/20/2025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49032-2A07-4AE8-BA90-74324CAE0C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7029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274638"/>
            <a:ext cx="2628900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274638"/>
            <a:ext cx="7734300" cy="58975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D0DE7-A14C-48CB-AB8E-D3357522F5F2}" type="datetime1">
              <a:rPr lang="en-US" smtClean="0"/>
              <a:t>11/20/2025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49032-2A07-4AE8-BA90-74324CAE0C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5291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lt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" name="Group 162"/>
          <p:cNvGrpSpPr/>
          <p:nvPr/>
        </p:nvGrpSpPr>
        <p:grpSpPr>
          <a:xfrm>
            <a:off x="7873" y="-19258"/>
            <a:ext cx="12188953" cy="6869723"/>
            <a:chOff x="7873" y="-19258"/>
            <a:chExt cx="12188953" cy="6869723"/>
          </a:xfrm>
        </p:grpSpPr>
        <p:sp>
          <p:nvSpPr>
            <p:cNvPr id="10" name="Rectangle 9"/>
            <p:cNvSpPr/>
            <p:nvPr/>
          </p:nvSpPr>
          <p:spPr>
            <a:xfrm>
              <a:off x="7873" y="-19258"/>
              <a:ext cx="12188952" cy="6858000"/>
            </a:xfrm>
            <a:prstGeom prst="rect">
              <a:avLst/>
            </a:prstGeom>
            <a:gradFill>
              <a:gsLst>
                <a:gs pos="0">
                  <a:schemeClr val="accent1">
                    <a:lumMod val="20000"/>
                    <a:lumOff val="80000"/>
                  </a:schemeClr>
                </a:gs>
                <a:gs pos="74000">
                  <a:schemeClr val="accent1">
                    <a:lumMod val="40000"/>
                    <a:lumOff val="60000"/>
                  </a:schemeClr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9" name="Group 8"/>
            <p:cNvGrpSpPr/>
            <p:nvPr/>
          </p:nvGrpSpPr>
          <p:grpSpPr>
            <a:xfrm>
              <a:off x="7999" y="6472513"/>
              <a:ext cx="12188827" cy="377952"/>
              <a:chOff x="-1" y="6480048"/>
              <a:chExt cx="12188827" cy="377952"/>
            </a:xfrm>
          </p:grpSpPr>
          <p:sp>
            <p:nvSpPr>
              <p:cNvPr id="7" name="Rectangle 6"/>
              <p:cNvSpPr/>
              <p:nvPr/>
            </p:nvSpPr>
            <p:spPr>
              <a:xfrm>
                <a:off x="0" y="6583680"/>
                <a:ext cx="12188826" cy="274320"/>
              </a:xfrm>
              <a:prstGeom prst="rect">
                <a:avLst/>
              </a:prstGeom>
              <a:gradFill flip="none" rotWithShape="1">
                <a:gsLst>
                  <a:gs pos="100000">
                    <a:schemeClr val="accent1">
                      <a:alpha val="50000"/>
                    </a:schemeClr>
                  </a:gs>
                  <a:gs pos="0">
                    <a:schemeClr val="accent1">
                      <a:lumMod val="60000"/>
                      <a:lumOff val="40000"/>
                      <a:alpha val="5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/>
                <a:endParaRPr/>
              </a:p>
            </p:txBody>
          </p:sp>
          <p:sp>
            <p:nvSpPr>
              <p:cNvPr id="8" name="Rectangle 7"/>
              <p:cNvSpPr/>
              <p:nvPr/>
            </p:nvSpPr>
            <p:spPr>
              <a:xfrm>
                <a:off x="-1" y="6480048"/>
                <a:ext cx="12188826" cy="73152"/>
              </a:xfrm>
              <a:prstGeom prst="rect">
                <a:avLst/>
              </a:prstGeom>
              <a:gradFill flip="none" rotWithShape="1">
                <a:gsLst>
                  <a:gs pos="100000">
                    <a:schemeClr val="accent1">
                      <a:alpha val="80000"/>
                    </a:schemeClr>
                  </a:gs>
                  <a:gs pos="0">
                    <a:schemeClr val="accent1">
                      <a:lumMod val="60000"/>
                      <a:lumOff val="40000"/>
                      <a:alpha val="8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/>
                <a:endParaRPr/>
              </a:p>
            </p:txBody>
          </p:sp>
        </p:grpSp>
        <p:grpSp>
          <p:nvGrpSpPr>
            <p:cNvPr id="48" name="Group 47" hidden="1"/>
            <p:cNvGrpSpPr/>
            <p:nvPr/>
          </p:nvGrpSpPr>
          <p:grpSpPr>
            <a:xfrm>
              <a:off x="14350" y="-7605"/>
              <a:ext cx="11722100" cy="6536383"/>
              <a:chOff x="6350" y="6350"/>
              <a:chExt cx="11722100" cy="6536383"/>
            </a:xfrm>
          </p:grpSpPr>
          <p:grpSp>
            <p:nvGrpSpPr>
              <p:cNvPr id="11" name="Group 9"/>
              <p:cNvGrpSpPr>
                <a:grpSpLocks/>
              </p:cNvGrpSpPr>
              <p:nvPr/>
            </p:nvGrpSpPr>
            <p:grpSpPr bwMode="auto">
              <a:xfrm>
                <a:off x="6350" y="5340350"/>
                <a:ext cx="673100" cy="673100"/>
                <a:chOff x="4" y="3364"/>
                <a:chExt cx="424" cy="424"/>
              </a:xfrm>
            </p:grpSpPr>
            <p:sp>
              <p:nvSpPr>
                <p:cNvPr id="45" name="Oval 7"/>
                <p:cNvSpPr>
                  <a:spLocks noChangeArrowheads="1"/>
                </p:cNvSpPr>
                <p:nvPr/>
              </p:nvSpPr>
              <p:spPr bwMode="grayWhite">
                <a:xfrm>
                  <a:off x="4" y="3364"/>
                  <a:ext cx="424" cy="424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6" name="Oval 8"/>
                <p:cNvSpPr>
                  <a:spLocks noChangeArrowheads="1"/>
                </p:cNvSpPr>
                <p:nvPr/>
              </p:nvSpPr>
              <p:spPr bwMode="grayWhite">
                <a:xfrm>
                  <a:off x="100" y="3460"/>
                  <a:ext cx="63" cy="63"/>
                </a:xfrm>
                <a:prstGeom prst="ellipse">
                  <a:avLst/>
                </a:prstGeom>
                <a:solidFill>
                  <a:schemeClr val="tx1"/>
                </a:solidFill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2" name="Group 12"/>
              <p:cNvGrpSpPr>
                <a:grpSpLocks/>
              </p:cNvGrpSpPr>
              <p:nvPr/>
            </p:nvGrpSpPr>
            <p:grpSpPr bwMode="auto">
              <a:xfrm>
                <a:off x="539750" y="5873750"/>
                <a:ext cx="292100" cy="292100"/>
                <a:chOff x="340" y="3700"/>
                <a:chExt cx="184" cy="184"/>
              </a:xfrm>
            </p:grpSpPr>
            <p:sp>
              <p:nvSpPr>
                <p:cNvPr id="43" name="Oval 10"/>
                <p:cNvSpPr>
                  <a:spLocks noChangeArrowheads="1"/>
                </p:cNvSpPr>
                <p:nvPr/>
              </p:nvSpPr>
              <p:spPr bwMode="grayWhite">
                <a:xfrm>
                  <a:off x="340" y="3700"/>
                  <a:ext cx="184" cy="184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4" name="Oval 11"/>
                <p:cNvSpPr>
                  <a:spLocks noChangeArrowheads="1"/>
                </p:cNvSpPr>
                <p:nvPr/>
              </p:nvSpPr>
              <p:spPr bwMode="grayWhite">
                <a:xfrm>
                  <a:off x="382" y="3742"/>
                  <a:ext cx="24" cy="24"/>
                </a:xfrm>
                <a:prstGeom prst="ellipse">
                  <a:avLst/>
                </a:prstGeom>
                <a:solidFill>
                  <a:schemeClr val="tx1"/>
                </a:solidFill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3" name="Group 15"/>
              <p:cNvGrpSpPr>
                <a:grpSpLocks/>
              </p:cNvGrpSpPr>
              <p:nvPr/>
            </p:nvGrpSpPr>
            <p:grpSpPr bwMode="auto">
              <a:xfrm>
                <a:off x="131763" y="6038850"/>
                <a:ext cx="444500" cy="444500"/>
                <a:chOff x="83" y="3804"/>
                <a:chExt cx="280" cy="280"/>
              </a:xfrm>
            </p:grpSpPr>
            <p:sp>
              <p:nvSpPr>
                <p:cNvPr id="41" name="Oval 13"/>
                <p:cNvSpPr>
                  <a:spLocks noChangeArrowheads="1"/>
                </p:cNvSpPr>
                <p:nvPr/>
              </p:nvSpPr>
              <p:spPr bwMode="grayWhite">
                <a:xfrm>
                  <a:off x="83" y="3804"/>
                  <a:ext cx="280" cy="280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2" name="Oval 14"/>
                <p:cNvSpPr>
                  <a:spLocks noChangeArrowheads="1"/>
                </p:cNvSpPr>
                <p:nvPr/>
              </p:nvSpPr>
              <p:spPr bwMode="grayWhite">
                <a:xfrm>
                  <a:off x="147" y="3868"/>
                  <a:ext cx="39" cy="39"/>
                </a:xfrm>
                <a:prstGeom prst="ellipse">
                  <a:avLst/>
                </a:prstGeom>
                <a:solidFill>
                  <a:schemeClr val="tx1"/>
                </a:solidFill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4" name="Group 18"/>
              <p:cNvGrpSpPr>
                <a:grpSpLocks/>
              </p:cNvGrpSpPr>
              <p:nvPr/>
            </p:nvGrpSpPr>
            <p:grpSpPr bwMode="auto">
              <a:xfrm>
                <a:off x="2476500" y="6174433"/>
                <a:ext cx="368300" cy="368300"/>
                <a:chOff x="1560" y="4076"/>
                <a:chExt cx="232" cy="232"/>
              </a:xfrm>
            </p:grpSpPr>
            <p:sp>
              <p:nvSpPr>
                <p:cNvPr id="39" name="Oval 16"/>
                <p:cNvSpPr>
                  <a:spLocks noChangeArrowheads="1"/>
                </p:cNvSpPr>
                <p:nvPr/>
              </p:nvSpPr>
              <p:spPr bwMode="grayWhite">
                <a:xfrm>
                  <a:off x="1560" y="4076"/>
                  <a:ext cx="232" cy="232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0" name="Oval 17"/>
                <p:cNvSpPr>
                  <a:spLocks noChangeArrowheads="1"/>
                </p:cNvSpPr>
                <p:nvPr/>
              </p:nvSpPr>
              <p:spPr bwMode="grayWhite">
                <a:xfrm>
                  <a:off x="1613" y="4129"/>
                  <a:ext cx="32" cy="32"/>
                </a:xfrm>
                <a:prstGeom prst="ellipse">
                  <a:avLst/>
                </a:prstGeom>
                <a:solidFill>
                  <a:schemeClr val="tx1"/>
                </a:solidFill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5" name="Group 21"/>
              <p:cNvGrpSpPr>
                <a:grpSpLocks/>
              </p:cNvGrpSpPr>
              <p:nvPr/>
            </p:nvGrpSpPr>
            <p:grpSpPr bwMode="auto">
              <a:xfrm>
                <a:off x="6350" y="4425950"/>
                <a:ext cx="368300" cy="368300"/>
                <a:chOff x="4" y="2788"/>
                <a:chExt cx="232" cy="232"/>
              </a:xfrm>
            </p:grpSpPr>
            <p:sp>
              <p:nvSpPr>
                <p:cNvPr id="37" name="Oval 19"/>
                <p:cNvSpPr>
                  <a:spLocks noChangeArrowheads="1"/>
                </p:cNvSpPr>
                <p:nvPr/>
              </p:nvSpPr>
              <p:spPr bwMode="grayWhite">
                <a:xfrm>
                  <a:off x="4" y="2788"/>
                  <a:ext cx="232" cy="232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8" name="Oval 20"/>
                <p:cNvSpPr>
                  <a:spLocks noChangeArrowheads="1"/>
                </p:cNvSpPr>
                <p:nvPr/>
              </p:nvSpPr>
              <p:spPr bwMode="grayWhite">
                <a:xfrm>
                  <a:off x="57" y="2841"/>
                  <a:ext cx="32" cy="32"/>
                </a:xfrm>
                <a:prstGeom prst="ellipse">
                  <a:avLst/>
                </a:prstGeom>
                <a:solidFill>
                  <a:schemeClr val="tx1"/>
                </a:solidFill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6" name="Group 24"/>
              <p:cNvGrpSpPr>
                <a:grpSpLocks/>
              </p:cNvGrpSpPr>
              <p:nvPr/>
            </p:nvGrpSpPr>
            <p:grpSpPr bwMode="auto">
              <a:xfrm>
                <a:off x="10674350" y="5808663"/>
                <a:ext cx="673100" cy="673100"/>
                <a:chOff x="4132" y="3844"/>
                <a:chExt cx="424" cy="424"/>
              </a:xfrm>
            </p:grpSpPr>
            <p:sp>
              <p:nvSpPr>
                <p:cNvPr id="35" name="Oval 22"/>
                <p:cNvSpPr>
                  <a:spLocks noChangeArrowheads="1"/>
                </p:cNvSpPr>
                <p:nvPr/>
              </p:nvSpPr>
              <p:spPr bwMode="grayWhite">
                <a:xfrm>
                  <a:off x="4132" y="3844"/>
                  <a:ext cx="424" cy="424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6" name="Oval 23"/>
                <p:cNvSpPr>
                  <a:spLocks noChangeArrowheads="1"/>
                </p:cNvSpPr>
                <p:nvPr/>
              </p:nvSpPr>
              <p:spPr bwMode="grayWhite">
                <a:xfrm>
                  <a:off x="4228" y="3940"/>
                  <a:ext cx="63" cy="63"/>
                </a:xfrm>
                <a:prstGeom prst="ellipse">
                  <a:avLst/>
                </a:prstGeom>
                <a:solidFill>
                  <a:schemeClr val="tx1"/>
                </a:solidFill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7" name="Group 27"/>
              <p:cNvGrpSpPr>
                <a:grpSpLocks/>
              </p:cNvGrpSpPr>
              <p:nvPr/>
            </p:nvGrpSpPr>
            <p:grpSpPr bwMode="auto">
              <a:xfrm>
                <a:off x="10293350" y="6113463"/>
                <a:ext cx="368300" cy="368300"/>
                <a:chOff x="3892" y="4036"/>
                <a:chExt cx="232" cy="232"/>
              </a:xfrm>
            </p:grpSpPr>
            <p:sp>
              <p:nvSpPr>
                <p:cNvPr id="33" name="Oval 25"/>
                <p:cNvSpPr>
                  <a:spLocks noChangeArrowheads="1"/>
                </p:cNvSpPr>
                <p:nvPr/>
              </p:nvSpPr>
              <p:spPr bwMode="grayWhite">
                <a:xfrm>
                  <a:off x="3892" y="4036"/>
                  <a:ext cx="232" cy="232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" name="Oval 26"/>
                <p:cNvSpPr>
                  <a:spLocks noChangeArrowheads="1"/>
                </p:cNvSpPr>
                <p:nvPr/>
              </p:nvSpPr>
              <p:spPr bwMode="grayWhite">
                <a:xfrm>
                  <a:off x="3945" y="4089"/>
                  <a:ext cx="32" cy="32"/>
                </a:xfrm>
                <a:prstGeom prst="ellipse">
                  <a:avLst/>
                </a:prstGeom>
                <a:solidFill>
                  <a:schemeClr val="tx1"/>
                </a:solidFill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8" name="Group 30"/>
              <p:cNvGrpSpPr>
                <a:grpSpLocks/>
              </p:cNvGrpSpPr>
              <p:nvPr/>
            </p:nvGrpSpPr>
            <p:grpSpPr bwMode="auto">
              <a:xfrm>
                <a:off x="11360150" y="5808663"/>
                <a:ext cx="368300" cy="368300"/>
                <a:chOff x="4564" y="3844"/>
                <a:chExt cx="232" cy="232"/>
              </a:xfrm>
            </p:grpSpPr>
            <p:sp>
              <p:nvSpPr>
                <p:cNvPr id="31" name="Oval 28"/>
                <p:cNvSpPr>
                  <a:spLocks noChangeArrowheads="1"/>
                </p:cNvSpPr>
                <p:nvPr/>
              </p:nvSpPr>
              <p:spPr bwMode="grayWhite">
                <a:xfrm>
                  <a:off x="4564" y="3844"/>
                  <a:ext cx="232" cy="232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2" name="Oval 29"/>
                <p:cNvSpPr>
                  <a:spLocks noChangeArrowheads="1"/>
                </p:cNvSpPr>
                <p:nvPr/>
              </p:nvSpPr>
              <p:spPr bwMode="grayWhite">
                <a:xfrm>
                  <a:off x="4617" y="3897"/>
                  <a:ext cx="32" cy="32"/>
                </a:xfrm>
                <a:prstGeom prst="ellipse">
                  <a:avLst/>
                </a:prstGeom>
                <a:solidFill>
                  <a:schemeClr val="tx1"/>
                </a:solidFill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9" name="Group 33"/>
              <p:cNvGrpSpPr>
                <a:grpSpLocks/>
              </p:cNvGrpSpPr>
              <p:nvPr/>
            </p:nvGrpSpPr>
            <p:grpSpPr bwMode="auto">
              <a:xfrm>
                <a:off x="11087100" y="1901952"/>
                <a:ext cx="520700" cy="520700"/>
                <a:chOff x="5420" y="1139"/>
                <a:chExt cx="328" cy="328"/>
              </a:xfrm>
            </p:grpSpPr>
            <p:sp>
              <p:nvSpPr>
                <p:cNvPr id="29" name="Oval 31"/>
                <p:cNvSpPr>
                  <a:spLocks noChangeArrowheads="1"/>
                </p:cNvSpPr>
                <p:nvPr/>
              </p:nvSpPr>
              <p:spPr bwMode="grayWhite">
                <a:xfrm>
                  <a:off x="5420" y="1139"/>
                  <a:ext cx="328" cy="328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0" name="Oval 32"/>
                <p:cNvSpPr>
                  <a:spLocks noChangeArrowheads="1"/>
                </p:cNvSpPr>
                <p:nvPr/>
              </p:nvSpPr>
              <p:spPr bwMode="grayWhite">
                <a:xfrm>
                  <a:off x="5495" y="1214"/>
                  <a:ext cx="47" cy="47"/>
                </a:xfrm>
                <a:prstGeom prst="ellipse">
                  <a:avLst/>
                </a:prstGeom>
                <a:solidFill>
                  <a:schemeClr val="tx1"/>
                </a:solidFill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20" name="Group 36"/>
              <p:cNvGrpSpPr>
                <a:grpSpLocks/>
              </p:cNvGrpSpPr>
              <p:nvPr/>
            </p:nvGrpSpPr>
            <p:grpSpPr bwMode="auto">
              <a:xfrm>
                <a:off x="11176000" y="2614739"/>
                <a:ext cx="215900" cy="215900"/>
                <a:chOff x="5476" y="1588"/>
                <a:chExt cx="136" cy="136"/>
              </a:xfrm>
            </p:grpSpPr>
            <p:sp>
              <p:nvSpPr>
                <p:cNvPr id="27" name="Oval 34"/>
                <p:cNvSpPr>
                  <a:spLocks noChangeArrowheads="1"/>
                </p:cNvSpPr>
                <p:nvPr/>
              </p:nvSpPr>
              <p:spPr bwMode="grayWhite">
                <a:xfrm>
                  <a:off x="5476" y="1588"/>
                  <a:ext cx="136" cy="136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8" name="Oval 35"/>
                <p:cNvSpPr>
                  <a:spLocks noChangeArrowheads="1"/>
                </p:cNvSpPr>
                <p:nvPr/>
              </p:nvSpPr>
              <p:spPr bwMode="grayWhite">
                <a:xfrm>
                  <a:off x="5508" y="1620"/>
                  <a:ext cx="16" cy="16"/>
                </a:xfrm>
                <a:prstGeom prst="ellipse">
                  <a:avLst/>
                </a:prstGeom>
                <a:solidFill>
                  <a:schemeClr val="tx1"/>
                </a:solidFill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21" name="Group 39"/>
              <p:cNvGrpSpPr>
                <a:grpSpLocks/>
              </p:cNvGrpSpPr>
              <p:nvPr/>
            </p:nvGrpSpPr>
            <p:grpSpPr bwMode="auto">
              <a:xfrm>
                <a:off x="1377950" y="6350"/>
                <a:ext cx="520700" cy="520700"/>
                <a:chOff x="868" y="4"/>
                <a:chExt cx="328" cy="328"/>
              </a:xfrm>
            </p:grpSpPr>
            <p:sp>
              <p:nvSpPr>
                <p:cNvPr id="25" name="Oval 37"/>
                <p:cNvSpPr>
                  <a:spLocks noChangeArrowheads="1"/>
                </p:cNvSpPr>
                <p:nvPr/>
              </p:nvSpPr>
              <p:spPr bwMode="grayWhite">
                <a:xfrm>
                  <a:off x="868" y="4"/>
                  <a:ext cx="328" cy="328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6" name="Oval 38"/>
                <p:cNvSpPr>
                  <a:spLocks noChangeArrowheads="1"/>
                </p:cNvSpPr>
                <p:nvPr/>
              </p:nvSpPr>
              <p:spPr bwMode="grayWhite">
                <a:xfrm>
                  <a:off x="942" y="78"/>
                  <a:ext cx="48" cy="48"/>
                </a:xfrm>
                <a:prstGeom prst="ellipse">
                  <a:avLst/>
                </a:prstGeom>
                <a:solidFill>
                  <a:schemeClr val="tx1"/>
                </a:solidFill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22" name="Group 42"/>
              <p:cNvGrpSpPr>
                <a:grpSpLocks/>
              </p:cNvGrpSpPr>
              <p:nvPr/>
            </p:nvGrpSpPr>
            <p:grpSpPr bwMode="auto">
              <a:xfrm>
                <a:off x="1911350" y="158750"/>
                <a:ext cx="368300" cy="368300"/>
                <a:chOff x="1204" y="100"/>
                <a:chExt cx="232" cy="232"/>
              </a:xfrm>
            </p:grpSpPr>
            <p:sp>
              <p:nvSpPr>
                <p:cNvPr id="23" name="Oval 40"/>
                <p:cNvSpPr>
                  <a:spLocks noChangeArrowheads="1"/>
                </p:cNvSpPr>
                <p:nvPr/>
              </p:nvSpPr>
              <p:spPr bwMode="grayWhite">
                <a:xfrm>
                  <a:off x="1204" y="100"/>
                  <a:ext cx="232" cy="232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4" name="Oval 41"/>
                <p:cNvSpPr>
                  <a:spLocks noChangeArrowheads="1"/>
                </p:cNvSpPr>
                <p:nvPr/>
              </p:nvSpPr>
              <p:spPr bwMode="grayWhite">
                <a:xfrm>
                  <a:off x="1257" y="153"/>
                  <a:ext cx="32" cy="32"/>
                </a:xfrm>
                <a:prstGeom prst="ellipse">
                  <a:avLst/>
                </a:prstGeom>
                <a:solidFill>
                  <a:schemeClr val="tx1"/>
                </a:solidFill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162" name="Group 161"/>
            <p:cNvGrpSpPr/>
            <p:nvPr/>
          </p:nvGrpSpPr>
          <p:grpSpPr>
            <a:xfrm>
              <a:off x="14350" y="-7605"/>
              <a:ext cx="11722100" cy="6536383"/>
              <a:chOff x="14350" y="-7605"/>
              <a:chExt cx="11722100" cy="6536383"/>
            </a:xfrm>
          </p:grpSpPr>
          <p:grpSp>
            <p:nvGrpSpPr>
              <p:cNvPr id="86" name="Group 85"/>
              <p:cNvGrpSpPr/>
              <p:nvPr/>
            </p:nvGrpSpPr>
            <p:grpSpPr>
              <a:xfrm>
                <a:off x="14350" y="5326395"/>
                <a:ext cx="673100" cy="673100"/>
                <a:chOff x="14350" y="5326395"/>
                <a:chExt cx="673100" cy="673100"/>
              </a:xfrm>
            </p:grpSpPr>
            <p:sp>
              <p:nvSpPr>
                <p:cNvPr id="83" name="Oval 7"/>
                <p:cNvSpPr>
                  <a:spLocks noChangeArrowheads="1"/>
                </p:cNvSpPr>
                <p:nvPr/>
              </p:nvSpPr>
              <p:spPr bwMode="grayWhite">
                <a:xfrm>
                  <a:off x="14350" y="5326395"/>
                  <a:ext cx="673100" cy="673100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4" name="Oval 8"/>
                <p:cNvSpPr>
                  <a:spLocks noChangeArrowheads="1"/>
                </p:cNvSpPr>
                <p:nvPr/>
              </p:nvSpPr>
              <p:spPr bwMode="grayWhite">
                <a:xfrm>
                  <a:off x="166750" y="5478795"/>
                  <a:ext cx="100013" cy="100013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87" name="Group 86"/>
              <p:cNvGrpSpPr/>
              <p:nvPr/>
            </p:nvGrpSpPr>
            <p:grpSpPr>
              <a:xfrm>
                <a:off x="547750" y="5859795"/>
                <a:ext cx="292100" cy="292100"/>
                <a:chOff x="547750" y="5859795"/>
                <a:chExt cx="292100" cy="292100"/>
              </a:xfrm>
            </p:grpSpPr>
            <p:sp>
              <p:nvSpPr>
                <p:cNvPr id="81" name="Oval 10"/>
                <p:cNvSpPr>
                  <a:spLocks noChangeArrowheads="1"/>
                </p:cNvSpPr>
                <p:nvPr/>
              </p:nvSpPr>
              <p:spPr bwMode="grayWhite">
                <a:xfrm>
                  <a:off x="547750" y="5859795"/>
                  <a:ext cx="292100" cy="292100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2" name="Oval 11"/>
                <p:cNvSpPr>
                  <a:spLocks noChangeArrowheads="1"/>
                </p:cNvSpPr>
                <p:nvPr/>
              </p:nvSpPr>
              <p:spPr bwMode="grayWhite">
                <a:xfrm>
                  <a:off x="614425" y="5926470"/>
                  <a:ext cx="38100" cy="381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88" name="Group 87"/>
              <p:cNvGrpSpPr/>
              <p:nvPr/>
            </p:nvGrpSpPr>
            <p:grpSpPr>
              <a:xfrm>
                <a:off x="139763" y="6024895"/>
                <a:ext cx="444500" cy="444500"/>
                <a:chOff x="139763" y="6024895"/>
                <a:chExt cx="444500" cy="444500"/>
              </a:xfrm>
            </p:grpSpPr>
            <p:sp>
              <p:nvSpPr>
                <p:cNvPr id="79" name="Oval 13"/>
                <p:cNvSpPr>
                  <a:spLocks noChangeArrowheads="1"/>
                </p:cNvSpPr>
                <p:nvPr/>
              </p:nvSpPr>
              <p:spPr bwMode="grayWhite">
                <a:xfrm>
                  <a:off x="139763" y="6024895"/>
                  <a:ext cx="444500" cy="444500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0" name="Oval 14"/>
                <p:cNvSpPr>
                  <a:spLocks noChangeArrowheads="1"/>
                </p:cNvSpPr>
                <p:nvPr/>
              </p:nvSpPr>
              <p:spPr bwMode="grayWhite">
                <a:xfrm>
                  <a:off x="241363" y="6126495"/>
                  <a:ext cx="61913" cy="61913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89" name="Group 88"/>
              <p:cNvGrpSpPr/>
              <p:nvPr/>
            </p:nvGrpSpPr>
            <p:grpSpPr>
              <a:xfrm>
                <a:off x="2484500" y="6160478"/>
                <a:ext cx="368300" cy="368300"/>
                <a:chOff x="2484500" y="6160478"/>
                <a:chExt cx="368300" cy="368300"/>
              </a:xfrm>
            </p:grpSpPr>
            <p:sp>
              <p:nvSpPr>
                <p:cNvPr id="77" name="Oval 16"/>
                <p:cNvSpPr>
                  <a:spLocks noChangeArrowheads="1"/>
                </p:cNvSpPr>
                <p:nvPr/>
              </p:nvSpPr>
              <p:spPr bwMode="grayWhite">
                <a:xfrm>
                  <a:off x="2484500" y="6160478"/>
                  <a:ext cx="368300" cy="368300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8" name="Oval 17"/>
                <p:cNvSpPr>
                  <a:spLocks noChangeArrowheads="1"/>
                </p:cNvSpPr>
                <p:nvPr/>
              </p:nvSpPr>
              <p:spPr bwMode="grayWhite">
                <a:xfrm>
                  <a:off x="2568638" y="6244616"/>
                  <a:ext cx="50800" cy="508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90" name="Group 89"/>
              <p:cNvGrpSpPr/>
              <p:nvPr/>
            </p:nvGrpSpPr>
            <p:grpSpPr>
              <a:xfrm>
                <a:off x="14350" y="4411995"/>
                <a:ext cx="368300" cy="368300"/>
                <a:chOff x="14350" y="4411995"/>
                <a:chExt cx="368300" cy="368300"/>
              </a:xfrm>
            </p:grpSpPr>
            <p:sp>
              <p:nvSpPr>
                <p:cNvPr id="75" name="Oval 19"/>
                <p:cNvSpPr>
                  <a:spLocks noChangeArrowheads="1"/>
                </p:cNvSpPr>
                <p:nvPr/>
              </p:nvSpPr>
              <p:spPr bwMode="grayWhite">
                <a:xfrm>
                  <a:off x="14350" y="4411995"/>
                  <a:ext cx="368300" cy="368300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6" name="Oval 20"/>
                <p:cNvSpPr>
                  <a:spLocks noChangeArrowheads="1"/>
                </p:cNvSpPr>
                <p:nvPr/>
              </p:nvSpPr>
              <p:spPr bwMode="grayWhite">
                <a:xfrm>
                  <a:off x="98488" y="4496133"/>
                  <a:ext cx="50800" cy="508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91" name="Group 90"/>
              <p:cNvGrpSpPr/>
              <p:nvPr/>
            </p:nvGrpSpPr>
            <p:grpSpPr>
              <a:xfrm>
                <a:off x="10682350" y="5794708"/>
                <a:ext cx="673100" cy="673100"/>
                <a:chOff x="10682350" y="5794708"/>
                <a:chExt cx="673100" cy="673100"/>
              </a:xfrm>
            </p:grpSpPr>
            <p:sp>
              <p:nvSpPr>
                <p:cNvPr id="73" name="Oval 22"/>
                <p:cNvSpPr>
                  <a:spLocks noChangeArrowheads="1"/>
                </p:cNvSpPr>
                <p:nvPr/>
              </p:nvSpPr>
              <p:spPr bwMode="grayWhite">
                <a:xfrm>
                  <a:off x="10682350" y="5794708"/>
                  <a:ext cx="673100" cy="673100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4" name="Oval 23"/>
                <p:cNvSpPr>
                  <a:spLocks noChangeArrowheads="1"/>
                </p:cNvSpPr>
                <p:nvPr/>
              </p:nvSpPr>
              <p:spPr bwMode="grayWhite">
                <a:xfrm>
                  <a:off x="10834750" y="5947108"/>
                  <a:ext cx="100013" cy="100013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92" name="Group 91"/>
              <p:cNvGrpSpPr/>
              <p:nvPr/>
            </p:nvGrpSpPr>
            <p:grpSpPr>
              <a:xfrm>
                <a:off x="10301350" y="6099508"/>
                <a:ext cx="368300" cy="368300"/>
                <a:chOff x="10301350" y="6099508"/>
                <a:chExt cx="368300" cy="368300"/>
              </a:xfrm>
            </p:grpSpPr>
            <p:sp>
              <p:nvSpPr>
                <p:cNvPr id="71" name="Oval 25"/>
                <p:cNvSpPr>
                  <a:spLocks noChangeArrowheads="1"/>
                </p:cNvSpPr>
                <p:nvPr/>
              </p:nvSpPr>
              <p:spPr bwMode="grayWhite">
                <a:xfrm>
                  <a:off x="10301350" y="6099508"/>
                  <a:ext cx="368300" cy="368300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2" name="Oval 26"/>
                <p:cNvSpPr>
                  <a:spLocks noChangeArrowheads="1"/>
                </p:cNvSpPr>
                <p:nvPr/>
              </p:nvSpPr>
              <p:spPr bwMode="grayWhite">
                <a:xfrm>
                  <a:off x="10385488" y="6183646"/>
                  <a:ext cx="50800" cy="508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93" name="Group 92"/>
              <p:cNvGrpSpPr/>
              <p:nvPr/>
            </p:nvGrpSpPr>
            <p:grpSpPr>
              <a:xfrm>
                <a:off x="11368150" y="5794708"/>
                <a:ext cx="368300" cy="368300"/>
                <a:chOff x="11368150" y="5794708"/>
                <a:chExt cx="368300" cy="368300"/>
              </a:xfrm>
            </p:grpSpPr>
            <p:sp>
              <p:nvSpPr>
                <p:cNvPr id="69" name="Oval 28"/>
                <p:cNvSpPr>
                  <a:spLocks noChangeArrowheads="1"/>
                </p:cNvSpPr>
                <p:nvPr/>
              </p:nvSpPr>
              <p:spPr bwMode="grayWhite">
                <a:xfrm>
                  <a:off x="11368150" y="5794708"/>
                  <a:ext cx="368300" cy="368300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0" name="Oval 29"/>
                <p:cNvSpPr>
                  <a:spLocks noChangeArrowheads="1"/>
                </p:cNvSpPr>
                <p:nvPr/>
              </p:nvSpPr>
              <p:spPr bwMode="grayWhite">
                <a:xfrm>
                  <a:off x="11452288" y="5878846"/>
                  <a:ext cx="50800" cy="508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94" name="Group 93"/>
              <p:cNvGrpSpPr/>
              <p:nvPr/>
            </p:nvGrpSpPr>
            <p:grpSpPr>
              <a:xfrm>
                <a:off x="11095100" y="1887997"/>
                <a:ext cx="520700" cy="520700"/>
                <a:chOff x="11095100" y="1887997"/>
                <a:chExt cx="520700" cy="520700"/>
              </a:xfrm>
            </p:grpSpPr>
            <p:sp>
              <p:nvSpPr>
                <p:cNvPr id="67" name="Oval 31"/>
                <p:cNvSpPr>
                  <a:spLocks noChangeArrowheads="1"/>
                </p:cNvSpPr>
                <p:nvPr/>
              </p:nvSpPr>
              <p:spPr bwMode="grayWhite">
                <a:xfrm>
                  <a:off x="11095100" y="1887997"/>
                  <a:ext cx="520700" cy="520700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8" name="Oval 32"/>
                <p:cNvSpPr>
                  <a:spLocks noChangeArrowheads="1"/>
                </p:cNvSpPr>
                <p:nvPr/>
              </p:nvSpPr>
              <p:spPr bwMode="grayWhite">
                <a:xfrm>
                  <a:off x="11214163" y="2007060"/>
                  <a:ext cx="74613" cy="74613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95" name="Group 94"/>
              <p:cNvGrpSpPr/>
              <p:nvPr/>
            </p:nvGrpSpPr>
            <p:grpSpPr>
              <a:xfrm>
                <a:off x="11184000" y="2600784"/>
                <a:ext cx="215900" cy="215900"/>
                <a:chOff x="11184000" y="2600784"/>
                <a:chExt cx="215900" cy="215900"/>
              </a:xfrm>
            </p:grpSpPr>
            <p:sp>
              <p:nvSpPr>
                <p:cNvPr id="65" name="Oval 34"/>
                <p:cNvSpPr>
                  <a:spLocks noChangeArrowheads="1"/>
                </p:cNvSpPr>
                <p:nvPr/>
              </p:nvSpPr>
              <p:spPr bwMode="grayWhite">
                <a:xfrm>
                  <a:off x="11184000" y="2600784"/>
                  <a:ext cx="215900" cy="215900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6" name="Oval 35"/>
                <p:cNvSpPr>
                  <a:spLocks noChangeArrowheads="1"/>
                </p:cNvSpPr>
                <p:nvPr/>
              </p:nvSpPr>
              <p:spPr bwMode="grayWhite">
                <a:xfrm>
                  <a:off x="11234800" y="2651584"/>
                  <a:ext cx="25400" cy="254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60" name="Group 159"/>
              <p:cNvGrpSpPr/>
              <p:nvPr/>
            </p:nvGrpSpPr>
            <p:grpSpPr>
              <a:xfrm>
                <a:off x="1385950" y="-7605"/>
                <a:ext cx="520700" cy="520700"/>
                <a:chOff x="1385950" y="-7605"/>
                <a:chExt cx="520700" cy="520700"/>
              </a:xfrm>
            </p:grpSpPr>
            <p:sp>
              <p:nvSpPr>
                <p:cNvPr id="63" name="Oval 37"/>
                <p:cNvSpPr>
                  <a:spLocks noChangeArrowheads="1"/>
                </p:cNvSpPr>
                <p:nvPr/>
              </p:nvSpPr>
              <p:spPr bwMode="grayWhite">
                <a:xfrm>
                  <a:off x="1385950" y="-7605"/>
                  <a:ext cx="520700" cy="520700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4" name="Oval 38"/>
                <p:cNvSpPr>
                  <a:spLocks noChangeArrowheads="1"/>
                </p:cNvSpPr>
                <p:nvPr/>
              </p:nvSpPr>
              <p:spPr bwMode="grayWhite">
                <a:xfrm>
                  <a:off x="1503425" y="109870"/>
                  <a:ext cx="76200" cy="762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61" name="Group 160"/>
              <p:cNvGrpSpPr/>
              <p:nvPr/>
            </p:nvGrpSpPr>
            <p:grpSpPr>
              <a:xfrm>
                <a:off x="1919350" y="144795"/>
                <a:ext cx="368300" cy="368300"/>
                <a:chOff x="1919350" y="144795"/>
                <a:chExt cx="368300" cy="368300"/>
              </a:xfrm>
            </p:grpSpPr>
            <p:sp>
              <p:nvSpPr>
                <p:cNvPr id="61" name="Oval 40"/>
                <p:cNvSpPr>
                  <a:spLocks noChangeArrowheads="1"/>
                </p:cNvSpPr>
                <p:nvPr/>
              </p:nvSpPr>
              <p:spPr bwMode="grayWhite">
                <a:xfrm>
                  <a:off x="1919350" y="144795"/>
                  <a:ext cx="368300" cy="368300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2" name="Oval 41"/>
                <p:cNvSpPr>
                  <a:spLocks noChangeArrowheads="1"/>
                </p:cNvSpPr>
                <p:nvPr/>
              </p:nvSpPr>
              <p:spPr bwMode="grayWhite">
                <a:xfrm>
                  <a:off x="2003488" y="228933"/>
                  <a:ext cx="50800" cy="508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41120" y="467360"/>
            <a:ext cx="9509760" cy="123342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41120" y="1901952"/>
            <a:ext cx="9509760" cy="41276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341120" y="6598763"/>
            <a:ext cx="7159752" cy="2377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75776" y="6598763"/>
            <a:ext cx="960120" cy="2377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513C09FF-A05A-44B7-B7F9-9715502B619B}" type="datetime1">
              <a:rPr lang="en-US" smtClean="0"/>
              <a:pPr/>
              <a:t>11/20/2025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10800" y="6598763"/>
            <a:ext cx="640080" cy="2377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FC749032-2A07-4AE8-BA90-74324CAE0C8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86584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4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28600" algn="l" defTabSz="914400" rtl="0" eaLnBrk="1" latinLnBrk="0" hangingPunct="1">
        <a:lnSpc>
          <a:spcPct val="90000"/>
        </a:lnSpc>
        <a:spcBef>
          <a:spcPts val="1800"/>
        </a:spcBef>
        <a:buClr>
          <a:schemeClr val="accent2">
            <a:lumMod val="75000"/>
          </a:schemeClr>
        </a:buClr>
        <a:buSzPct val="80000"/>
        <a:buFont typeface="Courier New" panose="02070309020205020404" pitchFamily="49" charset="0"/>
        <a:buChar char="o"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59436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2">
            <a:lumMod val="75000"/>
          </a:schemeClr>
        </a:buClr>
        <a:buSzPct val="80000"/>
        <a:buFont typeface="Courier New" panose="02070309020205020404" pitchFamily="49" charset="0"/>
        <a:buChar char="o"/>
        <a:defRPr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2">
            <a:lumMod val="75000"/>
          </a:schemeClr>
        </a:buClr>
        <a:buSzPct val="80000"/>
        <a:buFont typeface="Courier New" panose="02070309020205020404" pitchFamily="49" charset="0"/>
        <a:buChar char="o"/>
        <a:defRPr sz="1600" kern="1200">
          <a:solidFill>
            <a:schemeClr val="tx2"/>
          </a:solidFill>
          <a:latin typeface="+mn-lt"/>
          <a:ea typeface="+mn-ea"/>
          <a:cs typeface="+mn-cs"/>
        </a:defRPr>
      </a:lvl3pPr>
      <a:lvl4pPr marL="123444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2">
            <a:lumMod val="75000"/>
          </a:schemeClr>
        </a:buClr>
        <a:buSzPct val="80000"/>
        <a:buFont typeface="Courier New" panose="02070309020205020404" pitchFamily="49" charset="0"/>
        <a:buChar char="o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155448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2">
            <a:lumMod val="75000"/>
          </a:schemeClr>
        </a:buClr>
        <a:buSzPct val="80000"/>
        <a:buFont typeface="Courier New" panose="02070309020205020404" pitchFamily="49" charset="0"/>
        <a:buChar char="o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187452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2">
            <a:lumMod val="75000"/>
          </a:schemeClr>
        </a:buClr>
        <a:buSzPct val="80000"/>
        <a:buFont typeface="Courier New" panose="02070309020205020404" pitchFamily="49" charset="0"/>
        <a:buChar char="o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9456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2">
            <a:lumMod val="75000"/>
          </a:schemeClr>
        </a:buClr>
        <a:buSzPct val="80000"/>
        <a:buFont typeface="Courier New" panose="02070309020205020404" pitchFamily="49" charset="0"/>
        <a:buChar char="o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51460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2">
            <a:lumMod val="75000"/>
          </a:schemeClr>
        </a:buClr>
        <a:buSzPct val="80000"/>
        <a:buFont typeface="Courier New" panose="02070309020205020404" pitchFamily="49" charset="0"/>
        <a:buChar char="o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606040" indent="0" algn="l" defTabSz="914400" rtl="0" eaLnBrk="1" latinLnBrk="0" hangingPunct="1">
        <a:lnSpc>
          <a:spcPct val="90000"/>
        </a:lnSpc>
        <a:spcBef>
          <a:spcPts val="800"/>
        </a:spcBef>
        <a:buClr>
          <a:schemeClr val="accent2">
            <a:lumMod val="75000"/>
          </a:schemeClr>
        </a:buClr>
        <a:buSzPct val="80000"/>
        <a:buFont typeface="Courier New" panose="02070309020205020404" pitchFamily="49" charset="0"/>
        <a:buNone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Programming Fundamentals</a:t>
            </a:r>
          </a:p>
        </p:txBody>
      </p:sp>
      <p:sp>
        <p:nvSpPr>
          <p:cNvPr id="7" name="Subtitle 6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Week – 14</a:t>
            </a:r>
          </a:p>
          <a:p>
            <a:endParaRPr lang="en-US" dirty="0"/>
          </a:p>
          <a:p>
            <a:r>
              <a:rPr lang="en-US" sz="1400" dirty="0"/>
              <a:t>by Abeeha Sattar</a:t>
            </a:r>
          </a:p>
        </p:txBody>
      </p:sp>
    </p:spTree>
    <p:extLst>
      <p:ext uri="{BB962C8B-B14F-4D97-AF65-F5344CB8AC3E}">
        <p14:creationId xmlns:p14="http://schemas.microsoft.com/office/powerpoint/2010/main" val="39980180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12132C-0301-A8DA-A63B-B552C7E6EC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 Casting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93D29D-CC68-6D91-74A6-63F7DB25E3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Converting a variable/value of one datatype to another .</a:t>
            </a:r>
          </a:p>
          <a:p>
            <a:r>
              <a:rPr lang="en-US" dirty="0"/>
              <a:t>There are two types of casting:</a:t>
            </a:r>
          </a:p>
          <a:p>
            <a:pPr lvl="1"/>
            <a:r>
              <a:rPr lang="en-US" sz="2000" dirty="0"/>
              <a:t>Implicit Type Casting – done automatically</a:t>
            </a:r>
          </a:p>
          <a:p>
            <a:pPr lvl="1"/>
            <a:r>
              <a:rPr lang="en-US" sz="2000" dirty="0"/>
              <a:t>Explicit Type Casting – you have to manually specify it</a:t>
            </a:r>
          </a:p>
          <a:p>
            <a:r>
              <a:rPr lang="en-US" sz="2200" dirty="0"/>
              <a:t>To understand these, we must first see what the conversion rank is.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6189627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76AAC1-550A-16BA-F568-A672DB2542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types, and their Conversion Rank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CFF453-8E8D-4BD2-7E57-37F18FD4F6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hierarchy of types, basically.</a:t>
            </a:r>
          </a:p>
          <a:p>
            <a:r>
              <a:rPr lang="en-US" dirty="0"/>
              <a:t>Here’s a list from higher rank to lower rank:</a:t>
            </a:r>
          </a:p>
          <a:p>
            <a:r>
              <a:rPr lang="en-US" dirty="0"/>
              <a:t>Long double </a:t>
            </a:r>
            <a:r>
              <a:rPr lang="en-US" dirty="0">
                <a:sym typeface="Wingdings" panose="05000000000000000000" pitchFamily="2" charset="2"/>
              </a:rPr>
              <a:t> double  float  unsigned long </a:t>
            </a:r>
            <a:r>
              <a:rPr lang="en-US" dirty="0" err="1">
                <a:sym typeface="Wingdings" panose="05000000000000000000" pitchFamily="2" charset="2"/>
              </a:rPr>
              <a:t>long</a:t>
            </a:r>
            <a:r>
              <a:rPr lang="en-US" dirty="0">
                <a:sym typeface="Wingdings" panose="05000000000000000000" pitchFamily="2" charset="2"/>
              </a:rPr>
              <a:t> int  long </a:t>
            </a:r>
            <a:r>
              <a:rPr lang="en-US" dirty="0" err="1">
                <a:sym typeface="Wingdings" panose="05000000000000000000" pitchFamily="2" charset="2"/>
              </a:rPr>
              <a:t>long</a:t>
            </a:r>
            <a:r>
              <a:rPr lang="en-US" dirty="0">
                <a:sym typeface="Wingdings" panose="05000000000000000000" pitchFamily="2" charset="2"/>
              </a:rPr>
              <a:t> int  unsigned long int  long int  unsigned int  int  short int  char  bool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95031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7E6C9B-1D67-A1BF-2C39-057C47639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Implicit Type Conversion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DDDAE4-3971-72B8-299C-6FAFEF4E7F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Types which are lower in the hierarchy are automatically converted into a type of a higher hierarchy</a:t>
            </a:r>
          </a:p>
          <a:p>
            <a:endParaRPr lang="en-US" dirty="0"/>
          </a:p>
          <a:p>
            <a:r>
              <a:rPr lang="en-US" dirty="0"/>
              <a:t>int a = 10;</a:t>
            </a:r>
          </a:p>
          <a:p>
            <a:r>
              <a:rPr lang="en-US" dirty="0"/>
              <a:t>float f = 9.5; </a:t>
            </a:r>
          </a:p>
          <a:p>
            <a:r>
              <a:rPr lang="en-US" dirty="0"/>
              <a:t>float sum = a + f; // a is automatically converted to float</a:t>
            </a:r>
          </a:p>
        </p:txBody>
      </p:sp>
    </p:spTree>
    <p:extLst>
      <p:ext uri="{BB962C8B-B14F-4D97-AF65-F5344CB8AC3E}">
        <p14:creationId xmlns:p14="http://schemas.microsoft.com/office/powerpoint/2010/main" val="40820226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123E7-AC5A-838D-E6BB-E36CAFA233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Explicit Type Conversion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7A7F31-0E17-9EB6-A280-B6A00A4152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41120" y="1901952"/>
            <a:ext cx="9509760" cy="4379976"/>
          </a:xfrm>
        </p:spPr>
        <p:txBody>
          <a:bodyPr>
            <a:normAutofit lnSpcReduction="10000"/>
          </a:bodyPr>
          <a:lstStyle/>
          <a:p>
            <a:r>
              <a:rPr lang="en-US" dirty="0"/>
              <a:t>It’s done via the cast operator </a:t>
            </a:r>
            <a:r>
              <a:rPr lang="en-US" dirty="0">
                <a:sym typeface="Wingdings" panose="05000000000000000000" pitchFamily="2" charset="2"/>
              </a:rPr>
              <a:t> (type)  is the cast operator.</a:t>
            </a:r>
          </a:p>
          <a:p>
            <a:r>
              <a:rPr lang="en-US" dirty="0">
                <a:sym typeface="Wingdings" panose="05000000000000000000" pitchFamily="2" charset="2"/>
              </a:rPr>
              <a:t>Type is placeholder for data types, i.e., int, char, etc.</a:t>
            </a:r>
          </a:p>
          <a:p>
            <a:r>
              <a:rPr lang="en-US" dirty="0">
                <a:sym typeface="Wingdings" panose="05000000000000000000" pitchFamily="2" charset="2"/>
              </a:rPr>
              <a:t>You have to do this manually when you convert a type which is higher in the hierarchy to a type which is lower in the hierarchy or vice versa.</a:t>
            </a:r>
            <a:br>
              <a:rPr lang="en-US" dirty="0">
                <a:sym typeface="Wingdings" panose="05000000000000000000" pitchFamily="2" charset="2"/>
              </a:rPr>
            </a:br>
            <a:r>
              <a:rPr lang="en-US" dirty="0"/>
              <a:t> Converting to lower types may cause data loss or truncation, as below:</a:t>
            </a:r>
            <a:endParaRPr lang="en-US" dirty="0">
              <a:sym typeface="Wingdings" panose="05000000000000000000" pitchFamily="2" charset="2"/>
            </a:endParaRPr>
          </a:p>
          <a:p>
            <a:r>
              <a:rPr lang="en-US" dirty="0"/>
              <a:t>float f = 7.9;</a:t>
            </a:r>
          </a:p>
          <a:p>
            <a:r>
              <a:rPr lang="en-US" dirty="0"/>
              <a:t>double d = 9.99;</a:t>
            </a:r>
          </a:p>
          <a:p>
            <a:r>
              <a:rPr lang="en-US" dirty="0"/>
              <a:t>int a;</a:t>
            </a:r>
          </a:p>
          <a:p>
            <a:r>
              <a:rPr lang="en-US" dirty="0"/>
              <a:t>a = (int)f;</a:t>
            </a:r>
          </a:p>
          <a:p>
            <a:r>
              <a:rPr lang="en-US" dirty="0"/>
              <a:t>f = (float)d;</a:t>
            </a:r>
          </a:p>
        </p:txBody>
      </p:sp>
    </p:spTree>
    <p:extLst>
      <p:ext uri="{BB962C8B-B14F-4D97-AF65-F5344CB8AC3E}">
        <p14:creationId xmlns:p14="http://schemas.microsoft.com/office/powerpoint/2010/main" val="35379453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061E1-E9F9-2D4C-AE3A-53ECF3220B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 exactly </a:t>
            </a:r>
            <a:r>
              <a:rPr lang="en-US" dirty="0" err="1"/>
              <a:t>TypeCast</a:t>
            </a:r>
            <a:r>
              <a:rPr lang="en-US" dirty="0"/>
              <a:t>, but relevant sort of…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9CE1AD-B2CC-AB74-17F7-7FAA01E84E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Some functions exist in </a:t>
            </a:r>
            <a:r>
              <a:rPr lang="en-US" b="1" dirty="0" err="1"/>
              <a:t>stdlib.h</a:t>
            </a:r>
            <a:r>
              <a:rPr lang="en-US" dirty="0"/>
              <a:t> which help with some string conversions.</a:t>
            </a:r>
          </a:p>
          <a:p>
            <a:pPr fontAlgn="base"/>
            <a:r>
              <a:rPr lang="en-US" b="1" dirty="0" err="1"/>
              <a:t>atof</a:t>
            </a:r>
            <a:r>
              <a:rPr lang="en-US" b="1" dirty="0"/>
              <a:t>():</a:t>
            </a:r>
            <a:r>
              <a:rPr lang="en-US" dirty="0"/>
              <a:t> This function is used for converting the string data type into a float data type. </a:t>
            </a:r>
          </a:p>
          <a:p>
            <a:pPr fontAlgn="base"/>
            <a:r>
              <a:rPr lang="en-US" b="1" dirty="0" err="1"/>
              <a:t>itoa</a:t>
            </a:r>
            <a:r>
              <a:rPr lang="en-US" b="1" dirty="0"/>
              <a:t>():</a:t>
            </a:r>
            <a:r>
              <a:rPr lang="en-US" dirty="0"/>
              <a:t> This function is used to convert the int data type into the string data type. </a:t>
            </a:r>
          </a:p>
          <a:p>
            <a:pPr fontAlgn="base"/>
            <a:r>
              <a:rPr lang="en-US" b="1" dirty="0" err="1"/>
              <a:t>atoi</a:t>
            </a:r>
            <a:r>
              <a:rPr lang="en-US" b="1" dirty="0"/>
              <a:t>()</a:t>
            </a:r>
            <a:r>
              <a:rPr lang="en-US" dirty="0"/>
              <a:t>: This data type is used to convert the string data type into an int data type. </a:t>
            </a:r>
          </a:p>
          <a:p>
            <a:endParaRPr lang="en-US" dirty="0"/>
          </a:p>
          <a:p>
            <a:r>
              <a:rPr lang="en-US" dirty="0"/>
              <a:t>In these functions, </a:t>
            </a:r>
            <a:r>
              <a:rPr lang="en-US" b="1" dirty="0"/>
              <a:t>a</a:t>
            </a:r>
            <a:r>
              <a:rPr lang="en-US" dirty="0"/>
              <a:t> means </a:t>
            </a:r>
            <a:r>
              <a:rPr lang="en-US" b="1" dirty="0"/>
              <a:t>ASCII</a:t>
            </a:r>
            <a:r>
              <a:rPr lang="en-US" dirty="0"/>
              <a:t>, and </a:t>
            </a:r>
            <a:r>
              <a:rPr lang="en-US" b="1" dirty="0"/>
              <a:t>f </a:t>
            </a:r>
            <a:r>
              <a:rPr lang="en-US" dirty="0"/>
              <a:t>or </a:t>
            </a:r>
            <a:r>
              <a:rPr lang="en-US" b="1" dirty="0" err="1"/>
              <a:t>i</a:t>
            </a:r>
            <a:r>
              <a:rPr lang="en-US" dirty="0"/>
              <a:t> mean </a:t>
            </a:r>
            <a:r>
              <a:rPr lang="en-US" b="1" dirty="0"/>
              <a:t>float</a:t>
            </a:r>
            <a:r>
              <a:rPr lang="en-US" dirty="0"/>
              <a:t> or </a:t>
            </a:r>
            <a:r>
              <a:rPr lang="en-US" b="1" dirty="0"/>
              <a:t>integer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634123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43FF5-72D4-82ED-AF27-66DDEA51AB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467360"/>
            <a:ext cx="10146792" cy="1233424"/>
          </a:xfrm>
        </p:spPr>
        <p:txBody>
          <a:bodyPr/>
          <a:lstStyle/>
          <a:p>
            <a:r>
              <a:rPr lang="en-US" dirty="0"/>
              <a:t>Example of </a:t>
            </a:r>
            <a:r>
              <a:rPr lang="en-US" dirty="0" err="1"/>
              <a:t>itoa</a:t>
            </a:r>
            <a:r>
              <a:rPr lang="en-US" dirty="0"/>
              <a:t> and </a:t>
            </a:r>
            <a:r>
              <a:rPr lang="en-US" dirty="0" err="1"/>
              <a:t>atoi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4E75BD-ACCF-8DC7-DF26-8FDF9E4652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4088" y="1847088"/>
            <a:ext cx="10533888" cy="4407408"/>
          </a:xfrm>
        </p:spPr>
        <p:txBody>
          <a:bodyPr/>
          <a:lstStyle/>
          <a:p>
            <a:pPr marL="45720" indent="0">
              <a:buNone/>
            </a:pPr>
            <a:r>
              <a:rPr lang="en-US" dirty="0"/>
              <a:t>    int a = 100;</a:t>
            </a:r>
          </a:p>
          <a:p>
            <a:pPr marL="45720" indent="0">
              <a:buNone/>
            </a:pPr>
            <a:r>
              <a:rPr lang="en-US" dirty="0"/>
              <a:t>   </a:t>
            </a:r>
          </a:p>
          <a:p>
            <a:pPr marL="45720" indent="0">
              <a:buNone/>
            </a:pPr>
            <a:r>
              <a:rPr lang="en-US" dirty="0"/>
              <a:t>    char </a:t>
            </a:r>
            <a:r>
              <a:rPr lang="en-US" dirty="0" err="1"/>
              <a:t>integerValAsString</a:t>
            </a:r>
            <a:r>
              <a:rPr lang="en-US" dirty="0"/>
              <a:t>[20];</a:t>
            </a:r>
          </a:p>
          <a:p>
            <a:pPr marL="45720" indent="0">
              <a:buNone/>
            </a:pPr>
            <a:r>
              <a:rPr lang="en-US" dirty="0"/>
              <a:t>    </a:t>
            </a:r>
            <a:r>
              <a:rPr lang="en-US" dirty="0" err="1"/>
              <a:t>itoa</a:t>
            </a:r>
            <a:r>
              <a:rPr lang="en-US" dirty="0"/>
              <a:t>(a, </a:t>
            </a:r>
            <a:r>
              <a:rPr lang="en-US" dirty="0" err="1"/>
              <a:t>integerValAsString</a:t>
            </a:r>
            <a:r>
              <a:rPr lang="en-US" dirty="0"/>
              <a:t>, 10); // the 10 here means decimal value (base 10)</a:t>
            </a:r>
          </a:p>
          <a:p>
            <a:pPr marL="45720" indent="0">
              <a:buNone/>
            </a:pPr>
            <a:r>
              <a:rPr lang="en-US" dirty="0"/>
              <a:t>    </a:t>
            </a:r>
            <a:r>
              <a:rPr lang="en-US" dirty="0" err="1"/>
              <a:t>printf</a:t>
            </a:r>
            <a:r>
              <a:rPr lang="en-US" dirty="0"/>
              <a:t>("\</a:t>
            </a:r>
            <a:r>
              <a:rPr lang="en-US" dirty="0" err="1"/>
              <a:t>nConverted</a:t>
            </a:r>
            <a:r>
              <a:rPr lang="en-US" dirty="0"/>
              <a:t> to String: %s", </a:t>
            </a:r>
            <a:r>
              <a:rPr lang="en-US" dirty="0" err="1"/>
              <a:t>integerValAsString</a:t>
            </a:r>
            <a:r>
              <a:rPr lang="en-US" dirty="0"/>
              <a:t>);</a:t>
            </a:r>
          </a:p>
          <a:p>
            <a:pPr marL="45720" indent="0">
              <a:buNone/>
            </a:pPr>
            <a:r>
              <a:rPr lang="en-US" dirty="0"/>
              <a:t>    </a:t>
            </a:r>
          </a:p>
          <a:p>
            <a:pPr marL="45720" indent="0">
              <a:buNone/>
            </a:pPr>
            <a:r>
              <a:rPr lang="en-US" dirty="0"/>
              <a:t>    char </a:t>
            </a:r>
            <a:r>
              <a:rPr lang="en-US" dirty="0" err="1"/>
              <a:t>intAsCharArray</a:t>
            </a:r>
            <a:r>
              <a:rPr lang="en-US" dirty="0"/>
              <a:t>[] = "91021";</a:t>
            </a:r>
          </a:p>
          <a:p>
            <a:pPr marL="45720" indent="0">
              <a:buNone/>
            </a:pPr>
            <a:r>
              <a:rPr lang="en-US" dirty="0"/>
              <a:t>    int </a:t>
            </a:r>
            <a:r>
              <a:rPr lang="en-US" dirty="0" err="1"/>
              <a:t>convInt</a:t>
            </a:r>
            <a:r>
              <a:rPr lang="en-US" dirty="0"/>
              <a:t> = </a:t>
            </a:r>
            <a:r>
              <a:rPr lang="en-US" dirty="0" err="1"/>
              <a:t>atoi</a:t>
            </a:r>
            <a:r>
              <a:rPr lang="en-US" dirty="0"/>
              <a:t>(</a:t>
            </a:r>
            <a:r>
              <a:rPr lang="en-US" dirty="0" err="1"/>
              <a:t>intAsCharArray</a:t>
            </a:r>
            <a:r>
              <a:rPr lang="en-US" dirty="0"/>
              <a:t>);</a:t>
            </a:r>
          </a:p>
          <a:p>
            <a:pPr marL="45720" indent="0">
              <a:buNone/>
            </a:pPr>
            <a:r>
              <a:rPr lang="en-US" dirty="0"/>
              <a:t>    </a:t>
            </a:r>
            <a:r>
              <a:rPr lang="en-US" dirty="0" err="1"/>
              <a:t>printf</a:t>
            </a:r>
            <a:r>
              <a:rPr lang="en-US" dirty="0"/>
              <a:t>("\</a:t>
            </a:r>
            <a:r>
              <a:rPr lang="en-US" dirty="0" err="1"/>
              <a:t>nConverted</a:t>
            </a:r>
            <a:r>
              <a:rPr lang="en-US" dirty="0"/>
              <a:t> to Integer: %d", </a:t>
            </a:r>
            <a:r>
              <a:rPr lang="en-US" dirty="0" err="1"/>
              <a:t>convInt</a:t>
            </a:r>
            <a:r>
              <a:rPr lang="en-US" dirty="0"/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1402461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4AC424-C527-7F0E-9729-54F260D33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Pointers… Yes, they’re back &gt;:D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ED67EA-2DD5-F3D0-9277-58FAC196B5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41120" y="1901952"/>
            <a:ext cx="9509760" cy="4560394"/>
          </a:xfrm>
        </p:spPr>
        <p:txBody>
          <a:bodyPr>
            <a:normAutofit/>
          </a:bodyPr>
          <a:lstStyle/>
          <a:p>
            <a:r>
              <a:rPr lang="en-US" dirty="0"/>
              <a:t>Remember the types we discussed?</a:t>
            </a:r>
          </a:p>
          <a:p>
            <a:r>
              <a:rPr lang="en-US" dirty="0"/>
              <a:t>NULL pointer – points to “nothing”</a:t>
            </a:r>
          </a:p>
          <a:p>
            <a:pPr lvl="1"/>
            <a:r>
              <a:rPr lang="en-US" dirty="0"/>
              <a:t>int* </a:t>
            </a:r>
            <a:r>
              <a:rPr lang="en-US" dirty="0" err="1"/>
              <a:t>ptr</a:t>
            </a:r>
            <a:r>
              <a:rPr lang="en-US" dirty="0"/>
              <a:t> = NULL;</a:t>
            </a:r>
          </a:p>
          <a:p>
            <a:r>
              <a:rPr lang="en-US" dirty="0"/>
              <a:t>Void pointer – can point to anything</a:t>
            </a:r>
          </a:p>
          <a:p>
            <a:pPr lvl="1"/>
            <a:r>
              <a:rPr lang="en-US" dirty="0"/>
              <a:t>void* </a:t>
            </a:r>
            <a:r>
              <a:rPr lang="en-US" dirty="0" err="1"/>
              <a:t>ptr</a:t>
            </a:r>
            <a:r>
              <a:rPr lang="en-US" dirty="0"/>
              <a:t>;</a:t>
            </a:r>
          </a:p>
          <a:p>
            <a:pPr lvl="1"/>
            <a:r>
              <a:rPr lang="en-US" dirty="0" err="1"/>
              <a:t>vptr</a:t>
            </a:r>
            <a:r>
              <a:rPr lang="en-US" dirty="0"/>
              <a:t> = &amp;var;        </a:t>
            </a:r>
          </a:p>
          <a:p>
            <a:pPr lvl="1"/>
            <a:r>
              <a:rPr lang="en-US" dirty="0" err="1"/>
              <a:t>printf</a:t>
            </a:r>
            <a:r>
              <a:rPr lang="en-US" dirty="0"/>
              <a:t>("%d, %d", </a:t>
            </a:r>
            <a:r>
              <a:rPr lang="en-US" dirty="0" err="1"/>
              <a:t>vptr</a:t>
            </a:r>
            <a:r>
              <a:rPr lang="en-US" dirty="0"/>
              <a:t>, *(int*)</a:t>
            </a:r>
            <a:r>
              <a:rPr lang="en-US" dirty="0" err="1"/>
              <a:t>vptr</a:t>
            </a:r>
            <a:r>
              <a:rPr lang="en-US" dirty="0"/>
              <a:t>); Wild Pointer – a pointer that has not been initialized yet</a:t>
            </a:r>
          </a:p>
          <a:p>
            <a:r>
              <a:rPr lang="en-US" dirty="0"/>
              <a:t>Dangling Pointer – A pointer pointing to a memory location that has been freed. This will become relevant later, when we learn about dynamic memory allocation. (</a:t>
            </a:r>
            <a:r>
              <a:rPr lang="en-US" b="1" dirty="0" err="1"/>
              <a:t>soon</a:t>
            </a:r>
            <a:r>
              <a:rPr lang="en-US" sz="1600" b="1" baseline="30000" dirty="0" err="1"/>
              <a:t>TM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365588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BA7058-F739-6043-30E2-676AFFA22F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Void Pointer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54A40A-1B42-1194-344B-D4D0B7C014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pointer that has no data type associated with it.</a:t>
            </a:r>
          </a:p>
          <a:p>
            <a:r>
              <a:rPr lang="en-US" dirty="0"/>
              <a:t>It can hold the address to any data type.</a:t>
            </a:r>
          </a:p>
          <a:p>
            <a:r>
              <a:rPr lang="en-US" dirty="0"/>
              <a:t>It can be casted to any datatype.</a:t>
            </a:r>
          </a:p>
          <a:p>
            <a:r>
              <a:rPr lang="en-US" dirty="0"/>
              <a:t>We’ll see the real usage of this when we partake in memory allocation.</a:t>
            </a:r>
          </a:p>
          <a:p>
            <a:endParaRPr lang="en-US" dirty="0"/>
          </a:p>
          <a:p>
            <a:r>
              <a:rPr lang="en-US" dirty="0"/>
              <a:t>Let’s have a look at how void pointer works.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02185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FA44ED-E3DA-ED5D-FAB5-4A08B3CAF6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Variable that We’ll be Using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199914-A3B8-4898-5780-42D047023A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" indent="0">
              <a:buNone/>
            </a:pPr>
            <a:r>
              <a:rPr lang="en-US" dirty="0"/>
              <a:t>int a=19;</a:t>
            </a:r>
          </a:p>
          <a:p>
            <a:pPr marL="45720" indent="0">
              <a:buNone/>
            </a:pPr>
            <a:r>
              <a:rPr lang="en-US" dirty="0"/>
              <a:t>char b='k';</a:t>
            </a:r>
          </a:p>
          <a:p>
            <a:pPr marL="45720" indent="0">
              <a:buNone/>
            </a:pPr>
            <a:r>
              <a:rPr lang="en-US" dirty="0"/>
              <a:t>double c=1234.1234;</a:t>
            </a:r>
          </a:p>
          <a:p>
            <a:pPr marL="45720" indent="0">
              <a:buNone/>
            </a:pPr>
            <a:r>
              <a:rPr lang="en-US" dirty="0"/>
              <a:t>float d=4.56;</a:t>
            </a:r>
          </a:p>
          <a:p>
            <a:pPr marL="45720" indent="0">
              <a:buNone/>
            </a:pPr>
            <a:r>
              <a:rPr lang="en-US" dirty="0"/>
              <a:t>void *</a:t>
            </a:r>
            <a:r>
              <a:rPr lang="en-US" dirty="0" err="1"/>
              <a:t>ptr</a:t>
            </a:r>
            <a:r>
              <a:rPr lang="en-US" dirty="0"/>
              <a:t>=NULL;</a:t>
            </a:r>
          </a:p>
          <a:p>
            <a:pPr marL="45720" indent="0">
              <a:buNone/>
            </a:pPr>
            <a:r>
              <a:rPr lang="en-US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9045286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3F5832-6F39-8525-4951-AA57683170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1120" y="467360"/>
            <a:ext cx="10290048" cy="1233424"/>
          </a:xfrm>
        </p:spPr>
        <p:txBody>
          <a:bodyPr/>
          <a:lstStyle/>
          <a:p>
            <a:r>
              <a:rPr lang="en-US" dirty="0"/>
              <a:t>Guess the Output – Also Notice the Type Casting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B16F67-50BA-FC6F-8AA5-29BFBC0E49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" indent="0">
              <a:buNone/>
            </a:pPr>
            <a:r>
              <a:rPr lang="en-US" dirty="0" err="1"/>
              <a:t>ptr</a:t>
            </a:r>
            <a:r>
              <a:rPr lang="en-US" dirty="0"/>
              <a:t> = &amp;a;</a:t>
            </a:r>
          </a:p>
          <a:p>
            <a:pPr marL="45720" indent="0">
              <a:buNone/>
            </a:pPr>
            <a:r>
              <a:rPr lang="en-US" dirty="0" err="1"/>
              <a:t>printf</a:t>
            </a:r>
            <a:r>
              <a:rPr lang="en-US" dirty="0"/>
              <a:t>("Value = %d, Address = %d\n", *(int *)</a:t>
            </a:r>
            <a:r>
              <a:rPr lang="en-US" dirty="0" err="1"/>
              <a:t>ptr</a:t>
            </a:r>
            <a:r>
              <a:rPr lang="en-US" dirty="0"/>
              <a:t>, </a:t>
            </a:r>
            <a:r>
              <a:rPr lang="en-US" dirty="0" err="1"/>
              <a:t>ptr</a:t>
            </a:r>
            <a:r>
              <a:rPr lang="en-US" dirty="0"/>
              <a:t>);</a:t>
            </a:r>
          </a:p>
          <a:p>
            <a:pPr marL="45720" indent="0">
              <a:buNone/>
            </a:pPr>
            <a:r>
              <a:rPr lang="en-US" dirty="0" err="1"/>
              <a:t>ptr</a:t>
            </a:r>
            <a:r>
              <a:rPr lang="en-US" dirty="0"/>
              <a:t> = &amp;b;</a:t>
            </a:r>
          </a:p>
          <a:p>
            <a:pPr marL="45720" indent="0">
              <a:buNone/>
            </a:pPr>
            <a:r>
              <a:rPr lang="en-US" dirty="0" err="1"/>
              <a:t>printf</a:t>
            </a:r>
            <a:r>
              <a:rPr lang="en-US" dirty="0"/>
              <a:t>("Value = %c, Address = %d\n", *(char *)</a:t>
            </a:r>
            <a:r>
              <a:rPr lang="en-US" dirty="0" err="1"/>
              <a:t>ptr</a:t>
            </a:r>
            <a:r>
              <a:rPr lang="en-US" dirty="0"/>
              <a:t>, </a:t>
            </a:r>
            <a:r>
              <a:rPr lang="en-US" dirty="0" err="1"/>
              <a:t>ptr</a:t>
            </a:r>
            <a:r>
              <a:rPr lang="en-US" dirty="0"/>
              <a:t>);</a:t>
            </a:r>
          </a:p>
          <a:p>
            <a:pPr marL="45720" indent="0">
              <a:buNone/>
            </a:pPr>
            <a:r>
              <a:rPr lang="en-US" dirty="0" err="1"/>
              <a:t>ptr</a:t>
            </a:r>
            <a:r>
              <a:rPr lang="en-US" dirty="0"/>
              <a:t> = &amp;c;</a:t>
            </a:r>
          </a:p>
          <a:p>
            <a:pPr marL="45720" indent="0">
              <a:buNone/>
            </a:pPr>
            <a:r>
              <a:rPr lang="en-US" dirty="0" err="1"/>
              <a:t>printf</a:t>
            </a:r>
            <a:r>
              <a:rPr lang="en-US" dirty="0"/>
              <a:t>("Value = %</a:t>
            </a:r>
            <a:r>
              <a:rPr lang="en-US" dirty="0" err="1"/>
              <a:t>lf</a:t>
            </a:r>
            <a:r>
              <a:rPr lang="en-US" dirty="0"/>
              <a:t>, Address = %d\n", *(double *)</a:t>
            </a:r>
            <a:r>
              <a:rPr lang="en-US" dirty="0" err="1"/>
              <a:t>ptr</a:t>
            </a:r>
            <a:r>
              <a:rPr lang="en-US" dirty="0"/>
              <a:t>, </a:t>
            </a:r>
            <a:r>
              <a:rPr lang="en-US" dirty="0" err="1"/>
              <a:t>ptr</a:t>
            </a:r>
            <a:r>
              <a:rPr lang="en-US" dirty="0"/>
              <a:t>);</a:t>
            </a:r>
          </a:p>
          <a:p>
            <a:pPr marL="45720" indent="0">
              <a:buNone/>
            </a:pPr>
            <a:r>
              <a:rPr lang="en-US" dirty="0" err="1"/>
              <a:t>ptr</a:t>
            </a:r>
            <a:r>
              <a:rPr lang="en-US" dirty="0"/>
              <a:t> = &amp;d;</a:t>
            </a:r>
          </a:p>
          <a:p>
            <a:pPr marL="45720" indent="0">
              <a:buNone/>
            </a:pPr>
            <a:r>
              <a:rPr lang="en-US" dirty="0" err="1"/>
              <a:t>printf</a:t>
            </a:r>
            <a:r>
              <a:rPr lang="en-US" dirty="0"/>
              <a:t>("Value = %f, Address = %d\n", *(float *)</a:t>
            </a:r>
            <a:r>
              <a:rPr lang="en-US" dirty="0" err="1"/>
              <a:t>ptr</a:t>
            </a:r>
            <a:r>
              <a:rPr lang="en-US" dirty="0"/>
              <a:t>, </a:t>
            </a:r>
            <a:r>
              <a:rPr lang="en-US" dirty="0" err="1"/>
              <a:t>ptr</a:t>
            </a:r>
            <a:r>
              <a:rPr lang="en-US" dirty="0"/>
              <a:t>);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47117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DB9470-0B81-5956-7044-D41F0CE338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You could also Cast Address in a Weird Way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71A23C-AADE-27AB-65A4-CD201F0ADE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 </a:t>
            </a:r>
            <a:r>
              <a:rPr lang="en-US" dirty="0" err="1"/>
              <a:t>i</a:t>
            </a:r>
            <a:r>
              <a:rPr lang="en-US" dirty="0"/>
              <a:t>  = 100;</a:t>
            </a:r>
          </a:p>
          <a:p>
            <a:r>
              <a:rPr lang="en-US" dirty="0"/>
              <a:t>float *</a:t>
            </a:r>
            <a:r>
              <a:rPr lang="en-US" dirty="0" err="1"/>
              <a:t>ptr</a:t>
            </a:r>
            <a:r>
              <a:rPr lang="en-US" dirty="0"/>
              <a:t> = (float*) &amp;</a:t>
            </a:r>
            <a:r>
              <a:rPr lang="en-US" dirty="0" err="1"/>
              <a:t>i</a:t>
            </a:r>
            <a:r>
              <a:rPr lang="en-US" dirty="0"/>
              <a:t>;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This isn’t necessarily a safe thing to practice. However, it is allowed.</a:t>
            </a:r>
          </a:p>
        </p:txBody>
      </p:sp>
    </p:spTree>
    <p:extLst>
      <p:ext uri="{BB962C8B-B14F-4D97-AF65-F5344CB8AC3E}">
        <p14:creationId xmlns:p14="http://schemas.microsoft.com/office/powerpoint/2010/main" val="18977835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3A22014-1563-FB69-A7CB-DC35F44CB5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Fin.</a:t>
            </a:r>
          </a:p>
        </p:txBody>
      </p:sp>
    </p:spTree>
    <p:extLst>
      <p:ext uri="{BB962C8B-B14F-4D97-AF65-F5344CB8AC3E}">
        <p14:creationId xmlns:p14="http://schemas.microsoft.com/office/powerpoint/2010/main" val="3691635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Bubbles design template">
  <a:themeElements>
    <a:clrScheme name="Violet">
      <a:dk1>
        <a:sysClr val="windowText" lastClr="000000"/>
      </a:dk1>
      <a:lt1>
        <a:sysClr val="window" lastClr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Century Gothic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alpha val="80000"/>
              </a:schemeClr>
            </a:gs>
            <a:gs pos="0">
              <a:schemeClr val="phClr">
                <a:lumMod val="40000"/>
                <a:lumOff val="60000"/>
                <a:alpha val="80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lumMod val="20000"/>
                <a:lumOff val="80000"/>
                <a:alpha val="59000"/>
              </a:schemeClr>
            </a:gs>
            <a:gs pos="40000">
              <a:schemeClr val="phClr">
                <a:lumMod val="20000"/>
                <a:lumOff val="80000"/>
                <a:alpha val="66000"/>
              </a:schemeClr>
            </a:gs>
            <a:gs pos="100000">
              <a:schemeClr val="phClr">
                <a:lumMod val="40000"/>
                <a:lumOff val="60000"/>
              </a:schemeClr>
            </a:gs>
          </a:gsLst>
          <a:path path="circle">
            <a:fillToRect l="50000" t="-80000" r="50000" b="180000"/>
          </a:path>
        </a:gradFill>
      </a:bgFillStyleLst>
    </a:fmtScheme>
  </a:themeElements>
  <a:objectDefaults>
    <a:spDef>
      <a:spPr/>
      <a:bodyPr rtlCol="0" anchor="ctr"/>
      <a:lstStyle>
        <a:defPPr algn="ctr">
          <a:defRPr dirty="0"/>
        </a:defPPr>
      </a:lstStyle>
      <a:style>
        <a:lnRef idx="0">
          <a:schemeClr val="accent2"/>
        </a:lnRef>
        <a:fillRef idx="3">
          <a:schemeClr val="accent2"/>
        </a:fillRef>
        <a:effectRef idx="3">
          <a:schemeClr val="accent2"/>
        </a:effectRef>
        <a:fontRef idx="minor">
          <a:schemeClr val="lt1"/>
        </a:fontRef>
      </a:style>
    </a:spDef>
    <a:lnDef>
      <a:spPr/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noFill/>
        <a:ln>
          <a:solidFill>
            <a:schemeClr val="bg2"/>
          </a:solidFill>
        </a:ln>
      </a:spPr>
      <a:bodyPr wrap="square" rtlCol="0" anchor="ctr" anchorCtr="1">
        <a:spAutoFit/>
      </a:bodyPr>
      <a:lstStyle>
        <a:defPPr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Bubbles design slides.potx" id="{791C1007-8C16-4095-A382-97B1C9AA36B9}" vid="{20473F13-1D64-4A4A-9CE1-7C3468AE82BE}"/>
    </a:ext>
  </a:extLst>
</a:theme>
</file>

<file path=ppt/theme/theme2.xml><?xml version="1.0" encoding="utf-8"?>
<a:theme xmlns:a="http://schemas.openxmlformats.org/drawingml/2006/main" name="Office Theme">
  <a:themeElements>
    <a:clrScheme name="Violet">
      <a:dk1>
        <a:sysClr val="windowText" lastClr="000000"/>
      </a:dk1>
      <a:lt1>
        <a:sysClr val="window" lastClr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Century Gothic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Violet">
      <a:dk1>
        <a:sysClr val="windowText" lastClr="000000"/>
      </a:dk1>
      <a:lt1>
        <a:sysClr val="window" lastClr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Century Gothic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Bubbles design slides</Template>
  <TotalTime>751</TotalTime>
  <Words>786</Words>
  <Application>Microsoft Office PowerPoint</Application>
  <PresentationFormat>Widescreen</PresentationFormat>
  <Paragraphs>85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Century Gothic</vt:lpstr>
      <vt:lpstr>Courier New</vt:lpstr>
      <vt:lpstr>Wingdings</vt:lpstr>
      <vt:lpstr>Bubbles design template</vt:lpstr>
      <vt:lpstr>Programming Fundamentals</vt:lpstr>
      <vt:lpstr>Type Casting</vt:lpstr>
      <vt:lpstr>Data types, and their Conversion Rank</vt:lpstr>
      <vt:lpstr>Implicit Type Conversion</vt:lpstr>
      <vt:lpstr>Explicit Type Conversion</vt:lpstr>
      <vt:lpstr>Not exactly TypeCast, but relevant sort of…</vt:lpstr>
      <vt:lpstr>Example of itoa and atoi</vt:lpstr>
      <vt:lpstr>Pointers… Yes, they’re back &gt;:D</vt:lpstr>
      <vt:lpstr>Void Pointer</vt:lpstr>
      <vt:lpstr>Some Variable that We’ll be Using</vt:lpstr>
      <vt:lpstr>Guess the Output – Also Notice the Type Casting</vt:lpstr>
      <vt:lpstr>You could also Cast Address in a Weird Way</vt:lpstr>
      <vt:lpstr>Fin.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Abeeha Sattar</dc:creator>
  <cp:lastModifiedBy>Abeeha Sattar</cp:lastModifiedBy>
  <cp:revision>103</cp:revision>
  <dcterms:created xsi:type="dcterms:W3CDTF">2025-08-15T04:59:41Z</dcterms:created>
  <dcterms:modified xsi:type="dcterms:W3CDTF">2025-11-20T06:51:11Z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  <property fmtid="{D5CDD505-2E9C-101B-9397-08002B2CF9AE}" pid="3" name="Order">
    <vt:r8>74069200</vt:r8>
  </property>
  <property fmtid="{D5CDD505-2E9C-101B-9397-08002B2CF9AE}" pid="4" name="HiddenCategoryTags">
    <vt:lpwstr/>
  </property>
  <property fmtid="{D5CDD505-2E9C-101B-9397-08002B2CF9AE}" pid="5" name="InternalTags">
    <vt:lpwstr/>
  </property>
  <property fmtid="{D5CDD505-2E9C-101B-9397-08002B2CF9AE}" pid="6" name="FeatureTags">
    <vt:lpwstr/>
  </property>
  <property fmtid="{D5CDD505-2E9C-101B-9397-08002B2CF9AE}" pid="7" name="LocalizationTags">
    <vt:lpwstr/>
  </property>
  <property fmtid="{D5CDD505-2E9C-101B-9397-08002B2CF9AE}" pid="8" name="CategoryTags">
    <vt:lpwstr/>
  </property>
  <property fmtid="{D5CDD505-2E9C-101B-9397-08002B2CF9AE}" pid="9" name="Applications">
    <vt:lpwstr/>
  </property>
  <property fmtid="{D5CDD505-2E9C-101B-9397-08002B2CF9AE}" pid="10" name="CampaignTags">
    <vt:lpwstr/>
  </property>
  <property fmtid="{D5CDD505-2E9C-101B-9397-08002B2CF9AE}" pid="11" name="ScenarioTags">
    <vt:lpwstr/>
  </property>
</Properties>
</file>