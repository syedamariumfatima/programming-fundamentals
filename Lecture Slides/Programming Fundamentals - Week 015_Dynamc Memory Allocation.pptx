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Lst>
  <p:notesMasterIdLst>
    <p:notesMasterId r:id="rId26"/>
  </p:notesMasterIdLst>
  <p:handoutMasterIdLst>
    <p:handoutMasterId r:id="rId27"/>
  </p:handoutMasterIdLst>
  <p:sldIdLst>
    <p:sldId id="256" r:id="rId2"/>
    <p:sldId id="257" r:id="rId3"/>
    <p:sldId id="258" r:id="rId4"/>
    <p:sldId id="259" r:id="rId5"/>
    <p:sldId id="266" r:id="rId6"/>
    <p:sldId id="261" r:id="rId7"/>
    <p:sldId id="262" r:id="rId8"/>
    <p:sldId id="263" r:id="rId9"/>
    <p:sldId id="264" r:id="rId10"/>
    <p:sldId id="265" r:id="rId11"/>
    <p:sldId id="267" r:id="rId12"/>
    <p:sldId id="268" r:id="rId13"/>
    <p:sldId id="274" r:id="rId14"/>
    <p:sldId id="269" r:id="rId15"/>
    <p:sldId id="270" r:id="rId16"/>
    <p:sldId id="282" r:id="rId17"/>
    <p:sldId id="271" r:id="rId18"/>
    <p:sldId id="272" r:id="rId19"/>
    <p:sldId id="273" r:id="rId20"/>
    <p:sldId id="281" r:id="rId21"/>
    <p:sldId id="275" r:id="rId22"/>
    <p:sldId id="276" r:id="rId23"/>
    <p:sldId id="277" r:id="rId24"/>
    <p:sldId id="260"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beeha Sattar" initials="AS" lastIdx="1" clrIdx="0">
    <p:extLst>
      <p:ext uri="{19B8F6BF-5375-455C-9EA6-DF929625EA0E}">
        <p15:presenceInfo xmlns:p15="http://schemas.microsoft.com/office/powerpoint/2012/main" userId="0d445e45fa64e34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6206" autoAdjust="0"/>
  </p:normalViewPr>
  <p:slideViewPr>
    <p:cSldViewPr snapToGrid="0">
      <p:cViewPr varScale="1">
        <p:scale>
          <a:sx n="105" d="100"/>
          <a:sy n="105" d="100"/>
        </p:scale>
        <p:origin x="774" y="96"/>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76" d="100"/>
          <a:sy n="76" d="100"/>
        </p:scale>
        <p:origin x="1680"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D2DDA-69D8-473F-A583-B6774B31A77B}" type="datetimeFigureOut">
              <a:rPr lang="en-US"/>
              <a:t>12/2/2025</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2392CCB-FF08-4D29-8DA3-E1FD86044808}" type="slidenum">
              <a:rPr/>
              <a:t>‹#›</a:t>
            </a:fld>
            <a:endParaRPr/>
          </a:p>
        </p:txBody>
      </p:sp>
    </p:spTree>
    <p:extLst>
      <p:ext uri="{BB962C8B-B14F-4D97-AF65-F5344CB8AC3E}">
        <p14:creationId xmlns:p14="http://schemas.microsoft.com/office/powerpoint/2010/main" val="16621533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1F6DFB-6833-46E4-B515-70E0D9178056}" type="datetimeFigureOut">
              <a:rPr lang="en-US"/>
              <a:t>12/2/2025</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8706C7-F2C3-48B6-8A22-C484D800B5D4}" type="slidenum">
              <a:rPr/>
              <a:t>‹#›</a:t>
            </a:fld>
            <a:endParaRPr/>
          </a:p>
        </p:txBody>
      </p:sp>
    </p:spTree>
    <p:extLst>
      <p:ext uri="{BB962C8B-B14F-4D97-AF65-F5344CB8AC3E}">
        <p14:creationId xmlns:p14="http://schemas.microsoft.com/office/powerpoint/2010/main" val="5995068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3"/>
          <p:cNvGrpSpPr/>
          <p:nvPr/>
        </p:nvGrpSpPr>
        <p:grpSpPr>
          <a:xfrm>
            <a:off x="-2" y="295863"/>
            <a:ext cx="12188827" cy="6323264"/>
            <a:chOff x="-2" y="295863"/>
            <a:chExt cx="12188827" cy="6323264"/>
          </a:xfrm>
        </p:grpSpPr>
        <p:sp>
          <p:nvSpPr>
            <p:cNvPr id="33" name="Rectangle 32"/>
            <p:cNvSpPr/>
            <p:nvPr/>
          </p:nvSpPr>
          <p:spPr>
            <a:xfrm>
              <a:off x="-1" y="1905000"/>
              <a:ext cx="12188826" cy="3200400"/>
            </a:xfrm>
            <a:prstGeom prst="rect">
              <a:avLst/>
            </a:prstGeom>
            <a:gradFill flip="none" rotWithShape="1">
              <a:gsLst>
                <a:gs pos="100000">
                  <a:schemeClr val="accent1">
                    <a:alpha val="50000"/>
                  </a:schemeClr>
                </a:gs>
                <a:gs pos="0">
                  <a:schemeClr val="accent1">
                    <a:lumMod val="60000"/>
                    <a:lumOff val="40000"/>
                    <a:alpha val="5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a:p>
          </p:txBody>
        </p:sp>
        <p:sp>
          <p:nvSpPr>
            <p:cNvPr id="34" name="Rectangle 33"/>
            <p:cNvSpPr/>
            <p:nvPr/>
          </p:nvSpPr>
          <p:spPr>
            <a:xfrm>
              <a:off x="-2" y="1795132"/>
              <a:ext cx="12188826" cy="73152"/>
            </a:xfrm>
            <a:prstGeom prst="rect">
              <a:avLst/>
            </a:prstGeom>
            <a:gradFill flip="none" rotWithShape="1">
              <a:gsLst>
                <a:gs pos="100000">
                  <a:schemeClr val="accent1">
                    <a:alpha val="80000"/>
                  </a:schemeClr>
                </a:gs>
                <a:gs pos="0">
                  <a:schemeClr val="accent1">
                    <a:lumMod val="60000"/>
                    <a:lumOff val="40000"/>
                    <a:alpha val="8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a:p>
          </p:txBody>
        </p:sp>
        <p:sp>
          <p:nvSpPr>
            <p:cNvPr id="35" name="Rectangle 34"/>
            <p:cNvSpPr/>
            <p:nvPr/>
          </p:nvSpPr>
          <p:spPr>
            <a:xfrm>
              <a:off x="-2" y="5142116"/>
              <a:ext cx="12188826" cy="73152"/>
            </a:xfrm>
            <a:prstGeom prst="rect">
              <a:avLst/>
            </a:prstGeom>
            <a:gradFill flip="none" rotWithShape="1">
              <a:gsLst>
                <a:gs pos="100000">
                  <a:schemeClr val="accent1">
                    <a:alpha val="80000"/>
                  </a:schemeClr>
                </a:gs>
                <a:gs pos="0">
                  <a:schemeClr val="accent1">
                    <a:lumMod val="60000"/>
                    <a:lumOff val="40000"/>
                    <a:alpha val="8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a:p>
          </p:txBody>
        </p:sp>
        <p:sp>
          <p:nvSpPr>
            <p:cNvPr id="36" name="Oval 2"/>
            <p:cNvSpPr>
              <a:spLocks noChangeArrowheads="1"/>
            </p:cNvSpPr>
            <p:nvPr/>
          </p:nvSpPr>
          <p:spPr bwMode="grayWhite">
            <a:xfrm>
              <a:off x="534293" y="5791419"/>
              <a:ext cx="716336" cy="739723"/>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 name="Oval 3"/>
            <p:cNvSpPr>
              <a:spLocks noChangeArrowheads="1"/>
            </p:cNvSpPr>
            <p:nvPr/>
          </p:nvSpPr>
          <p:spPr bwMode="grayWhite">
            <a:xfrm>
              <a:off x="696482" y="5958903"/>
              <a:ext cx="106437" cy="109912"/>
            </a:xfrm>
            <a:prstGeom prst="ellipse">
              <a:avLst/>
            </a:prstGeom>
            <a:solidFill>
              <a:schemeClr val="accent1">
                <a:lumMod val="60000"/>
                <a:lumOff val="40000"/>
              </a:schemeClr>
            </a:solidFill>
            <a:ln w="12700">
              <a:noFill/>
              <a:round/>
              <a:headEnd/>
              <a:tailEnd/>
            </a:ln>
            <a:effectLst/>
          </p:spPr>
          <p:txBody>
            <a:bodyPr wrap="none" anchor="ctr"/>
            <a:lstStyle/>
            <a:p>
              <a:endParaRPr lang="en-US"/>
            </a:p>
          </p:txBody>
        </p:sp>
        <p:sp>
          <p:nvSpPr>
            <p:cNvPr id="38" name="Oval 5"/>
            <p:cNvSpPr>
              <a:spLocks noChangeArrowheads="1"/>
            </p:cNvSpPr>
            <p:nvPr/>
          </p:nvSpPr>
          <p:spPr bwMode="grayWhite">
            <a:xfrm>
              <a:off x="213400" y="5778215"/>
              <a:ext cx="310863" cy="321012"/>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 name="Oval 6"/>
            <p:cNvSpPr>
              <a:spLocks noChangeArrowheads="1"/>
            </p:cNvSpPr>
            <p:nvPr/>
          </p:nvSpPr>
          <p:spPr bwMode="grayWhite">
            <a:xfrm>
              <a:off x="284358" y="5851489"/>
              <a:ext cx="40547" cy="41871"/>
            </a:xfrm>
            <a:prstGeom prst="ellipse">
              <a:avLst/>
            </a:prstGeom>
            <a:solidFill>
              <a:schemeClr val="accent1">
                <a:lumMod val="60000"/>
                <a:lumOff val="40000"/>
              </a:schemeClr>
            </a:solidFill>
            <a:ln w="12700">
              <a:noFill/>
              <a:round/>
              <a:headEnd/>
              <a:tailEnd/>
            </a:ln>
            <a:effectLst/>
          </p:spPr>
          <p:txBody>
            <a:bodyPr wrap="none" anchor="ctr"/>
            <a:lstStyle/>
            <a:p>
              <a:endParaRPr lang="en-US"/>
            </a:p>
          </p:txBody>
        </p:sp>
        <p:sp>
          <p:nvSpPr>
            <p:cNvPr id="40" name="Oval 8"/>
            <p:cNvSpPr>
              <a:spLocks noChangeArrowheads="1"/>
            </p:cNvSpPr>
            <p:nvPr/>
          </p:nvSpPr>
          <p:spPr bwMode="grayWhite">
            <a:xfrm>
              <a:off x="10486137" y="5404864"/>
              <a:ext cx="473052" cy="488496"/>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 name="Oval 9"/>
            <p:cNvSpPr>
              <a:spLocks noChangeArrowheads="1"/>
            </p:cNvSpPr>
            <p:nvPr/>
          </p:nvSpPr>
          <p:spPr bwMode="grayWhite">
            <a:xfrm>
              <a:off x="10594263" y="5516520"/>
              <a:ext cx="65889" cy="68041"/>
            </a:xfrm>
            <a:prstGeom prst="ellipse">
              <a:avLst/>
            </a:prstGeom>
            <a:solidFill>
              <a:schemeClr val="accent1">
                <a:lumMod val="60000"/>
                <a:lumOff val="40000"/>
              </a:schemeClr>
            </a:solidFill>
            <a:ln w="12700">
              <a:noFill/>
              <a:round/>
              <a:headEnd/>
              <a:tailEnd/>
            </a:ln>
            <a:effectLst/>
          </p:spPr>
          <p:txBody>
            <a:bodyPr wrap="none" anchor="ctr"/>
            <a:lstStyle/>
            <a:p>
              <a:endParaRPr lang="en-US"/>
            </a:p>
          </p:txBody>
        </p:sp>
        <p:sp>
          <p:nvSpPr>
            <p:cNvPr id="42" name="Oval 11"/>
            <p:cNvSpPr>
              <a:spLocks noChangeArrowheads="1"/>
            </p:cNvSpPr>
            <p:nvPr/>
          </p:nvSpPr>
          <p:spPr bwMode="grayWhite">
            <a:xfrm>
              <a:off x="6575012" y="6214373"/>
              <a:ext cx="391957" cy="404754"/>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 name="Oval 12"/>
            <p:cNvSpPr>
              <a:spLocks noChangeArrowheads="1"/>
            </p:cNvSpPr>
            <p:nvPr/>
          </p:nvSpPr>
          <p:spPr bwMode="grayWhite">
            <a:xfrm>
              <a:off x="6664554" y="6306838"/>
              <a:ext cx="54063" cy="55828"/>
            </a:xfrm>
            <a:prstGeom prst="ellipse">
              <a:avLst/>
            </a:prstGeom>
            <a:solidFill>
              <a:schemeClr val="accent1">
                <a:lumMod val="60000"/>
                <a:lumOff val="40000"/>
              </a:schemeClr>
            </a:solidFill>
            <a:ln w="12700">
              <a:noFill/>
              <a:round/>
              <a:headEnd/>
              <a:tailEnd/>
            </a:ln>
            <a:effectLst/>
          </p:spPr>
          <p:txBody>
            <a:bodyPr wrap="none" anchor="ctr"/>
            <a:lstStyle/>
            <a:p>
              <a:endParaRPr lang="en-US"/>
            </a:p>
          </p:txBody>
        </p:sp>
        <p:sp>
          <p:nvSpPr>
            <p:cNvPr id="44" name="Oval 14"/>
            <p:cNvSpPr>
              <a:spLocks noChangeArrowheads="1"/>
            </p:cNvSpPr>
            <p:nvPr/>
          </p:nvSpPr>
          <p:spPr bwMode="grayWhite">
            <a:xfrm>
              <a:off x="3520863" y="5733822"/>
              <a:ext cx="391957" cy="404754"/>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 name="Oval 15"/>
            <p:cNvSpPr>
              <a:spLocks noChangeArrowheads="1"/>
            </p:cNvSpPr>
            <p:nvPr/>
          </p:nvSpPr>
          <p:spPr bwMode="grayWhite">
            <a:xfrm>
              <a:off x="3610405" y="5826287"/>
              <a:ext cx="54063" cy="55828"/>
            </a:xfrm>
            <a:prstGeom prst="ellipse">
              <a:avLst/>
            </a:prstGeom>
            <a:solidFill>
              <a:schemeClr val="accent1">
                <a:lumMod val="60000"/>
                <a:lumOff val="40000"/>
              </a:schemeClr>
            </a:solidFill>
            <a:ln w="12700">
              <a:noFill/>
              <a:round/>
              <a:headEnd/>
              <a:tailEnd/>
            </a:ln>
            <a:effectLst/>
          </p:spPr>
          <p:txBody>
            <a:bodyPr wrap="none" anchor="ctr"/>
            <a:lstStyle/>
            <a:p>
              <a:endParaRPr lang="en-US"/>
            </a:p>
          </p:txBody>
        </p:sp>
        <p:sp>
          <p:nvSpPr>
            <p:cNvPr id="46" name="Oval 17"/>
            <p:cNvSpPr>
              <a:spLocks noChangeArrowheads="1"/>
            </p:cNvSpPr>
            <p:nvPr/>
          </p:nvSpPr>
          <p:spPr bwMode="grayWhite">
            <a:xfrm>
              <a:off x="5845161" y="295863"/>
              <a:ext cx="716336" cy="739723"/>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 name="Oval 18"/>
            <p:cNvSpPr>
              <a:spLocks noChangeArrowheads="1"/>
            </p:cNvSpPr>
            <p:nvPr/>
          </p:nvSpPr>
          <p:spPr bwMode="grayWhite">
            <a:xfrm>
              <a:off x="6007350" y="463347"/>
              <a:ext cx="106437" cy="109912"/>
            </a:xfrm>
            <a:prstGeom prst="ellipse">
              <a:avLst/>
            </a:prstGeom>
            <a:solidFill>
              <a:schemeClr val="accent1">
                <a:lumMod val="60000"/>
                <a:lumOff val="40000"/>
              </a:schemeClr>
            </a:solidFill>
            <a:ln w="12700">
              <a:noFill/>
              <a:round/>
              <a:headEnd/>
              <a:tailEnd/>
            </a:ln>
            <a:effectLst/>
          </p:spPr>
          <p:txBody>
            <a:bodyPr wrap="none" anchor="ctr"/>
            <a:lstStyle/>
            <a:p>
              <a:endParaRPr lang="en-US"/>
            </a:p>
          </p:txBody>
        </p:sp>
        <p:sp>
          <p:nvSpPr>
            <p:cNvPr id="48" name="Oval 20"/>
            <p:cNvSpPr>
              <a:spLocks noChangeArrowheads="1"/>
            </p:cNvSpPr>
            <p:nvPr/>
          </p:nvSpPr>
          <p:spPr bwMode="grayWhite">
            <a:xfrm>
              <a:off x="5439688" y="630832"/>
              <a:ext cx="391957" cy="404754"/>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 name="Oval 21"/>
            <p:cNvSpPr>
              <a:spLocks noChangeArrowheads="1"/>
            </p:cNvSpPr>
            <p:nvPr/>
          </p:nvSpPr>
          <p:spPr bwMode="grayWhite">
            <a:xfrm>
              <a:off x="5529230" y="723297"/>
              <a:ext cx="54063" cy="55828"/>
            </a:xfrm>
            <a:prstGeom prst="ellipse">
              <a:avLst/>
            </a:prstGeom>
            <a:solidFill>
              <a:schemeClr val="accent1">
                <a:lumMod val="60000"/>
                <a:lumOff val="40000"/>
              </a:schemeClr>
            </a:solidFill>
            <a:ln w="12700">
              <a:noFill/>
              <a:round/>
              <a:headEnd/>
              <a:tailEnd/>
            </a:ln>
            <a:effectLst/>
          </p:spPr>
          <p:txBody>
            <a:bodyPr wrap="none" anchor="ctr"/>
            <a:lstStyle/>
            <a:p>
              <a:endParaRPr lang="en-US"/>
            </a:p>
          </p:txBody>
        </p:sp>
        <p:sp>
          <p:nvSpPr>
            <p:cNvPr id="50" name="Oval 23"/>
            <p:cNvSpPr>
              <a:spLocks noChangeArrowheads="1"/>
            </p:cNvSpPr>
            <p:nvPr/>
          </p:nvSpPr>
          <p:spPr bwMode="grayWhite">
            <a:xfrm>
              <a:off x="6575012" y="295863"/>
              <a:ext cx="391957" cy="404754"/>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 name="Oval 24"/>
            <p:cNvSpPr>
              <a:spLocks noChangeArrowheads="1"/>
            </p:cNvSpPr>
            <p:nvPr/>
          </p:nvSpPr>
          <p:spPr bwMode="grayWhite">
            <a:xfrm>
              <a:off x="6664554" y="388328"/>
              <a:ext cx="54063" cy="55828"/>
            </a:xfrm>
            <a:prstGeom prst="ellipse">
              <a:avLst/>
            </a:prstGeom>
            <a:solidFill>
              <a:schemeClr val="accent1">
                <a:lumMod val="60000"/>
                <a:lumOff val="40000"/>
              </a:schemeClr>
            </a:solidFill>
            <a:ln w="12700">
              <a:noFill/>
              <a:round/>
              <a:headEnd/>
              <a:tailEnd/>
            </a:ln>
            <a:effectLst/>
          </p:spPr>
          <p:txBody>
            <a:bodyPr wrap="none" anchor="ctr"/>
            <a:lstStyle/>
            <a:p>
              <a:endParaRPr lang="en-US"/>
            </a:p>
          </p:txBody>
        </p:sp>
        <p:sp>
          <p:nvSpPr>
            <p:cNvPr id="52" name="Oval 26"/>
            <p:cNvSpPr>
              <a:spLocks noChangeArrowheads="1"/>
            </p:cNvSpPr>
            <p:nvPr/>
          </p:nvSpPr>
          <p:spPr bwMode="grayWhite">
            <a:xfrm>
              <a:off x="11218217" y="589639"/>
              <a:ext cx="554146" cy="572239"/>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 name="Oval 27"/>
            <p:cNvSpPr>
              <a:spLocks noChangeArrowheads="1"/>
            </p:cNvSpPr>
            <p:nvPr/>
          </p:nvSpPr>
          <p:spPr bwMode="grayWhite">
            <a:xfrm>
              <a:off x="11344927" y="720486"/>
              <a:ext cx="79405" cy="81998"/>
            </a:xfrm>
            <a:prstGeom prst="ellipse">
              <a:avLst/>
            </a:prstGeom>
            <a:solidFill>
              <a:schemeClr val="accent1">
                <a:lumMod val="60000"/>
                <a:lumOff val="40000"/>
              </a:schemeClr>
            </a:solidFill>
            <a:ln w="12700">
              <a:noFill/>
              <a:round/>
              <a:headEnd/>
              <a:tailEnd/>
            </a:ln>
            <a:effectLst/>
          </p:spPr>
          <p:txBody>
            <a:bodyPr wrap="none" anchor="ctr"/>
            <a:lstStyle/>
            <a:p>
              <a:endParaRPr lang="en-US"/>
            </a:p>
          </p:txBody>
        </p:sp>
        <p:sp>
          <p:nvSpPr>
            <p:cNvPr id="54" name="Oval 29"/>
            <p:cNvSpPr>
              <a:spLocks noChangeArrowheads="1"/>
            </p:cNvSpPr>
            <p:nvPr/>
          </p:nvSpPr>
          <p:spPr bwMode="grayWhite">
            <a:xfrm>
              <a:off x="11312827" y="1372978"/>
              <a:ext cx="229768" cy="237270"/>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5" name="Oval 30"/>
            <p:cNvSpPr>
              <a:spLocks noChangeArrowheads="1"/>
            </p:cNvSpPr>
            <p:nvPr/>
          </p:nvSpPr>
          <p:spPr bwMode="grayWhite">
            <a:xfrm>
              <a:off x="11366890" y="1428806"/>
              <a:ext cx="27032" cy="27914"/>
            </a:xfrm>
            <a:prstGeom prst="ellipse">
              <a:avLst/>
            </a:prstGeom>
            <a:solidFill>
              <a:schemeClr val="accent1">
                <a:lumMod val="60000"/>
                <a:lumOff val="40000"/>
              </a:schemeClr>
            </a:solidFill>
            <a:ln w="12700">
              <a:noFill/>
              <a:round/>
              <a:headEnd/>
              <a:tailEnd/>
            </a:ln>
            <a:effectLst/>
          </p:spPr>
          <p:txBody>
            <a:bodyPr wrap="none" anchor="ctr"/>
            <a:lstStyle/>
            <a:p>
              <a:endParaRPr lang="en-US"/>
            </a:p>
          </p:txBody>
        </p:sp>
        <p:sp>
          <p:nvSpPr>
            <p:cNvPr id="56" name="Oval 32"/>
            <p:cNvSpPr>
              <a:spLocks noChangeArrowheads="1"/>
            </p:cNvSpPr>
            <p:nvPr/>
          </p:nvSpPr>
          <p:spPr bwMode="grayWhite">
            <a:xfrm>
              <a:off x="1303864" y="669938"/>
              <a:ext cx="554146" cy="572239"/>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 name="Oval 33"/>
            <p:cNvSpPr>
              <a:spLocks noChangeArrowheads="1"/>
            </p:cNvSpPr>
            <p:nvPr/>
          </p:nvSpPr>
          <p:spPr bwMode="grayWhite">
            <a:xfrm>
              <a:off x="1428885" y="799041"/>
              <a:ext cx="81095" cy="83742"/>
            </a:xfrm>
            <a:prstGeom prst="ellipse">
              <a:avLst/>
            </a:prstGeom>
            <a:solidFill>
              <a:schemeClr val="accent1">
                <a:lumMod val="60000"/>
                <a:lumOff val="40000"/>
              </a:schemeClr>
            </a:solidFill>
            <a:ln w="12700">
              <a:noFill/>
              <a:round/>
              <a:headEnd/>
              <a:tailEnd/>
            </a:ln>
            <a:effectLst/>
          </p:spPr>
          <p:txBody>
            <a:bodyPr wrap="none" anchor="ctr"/>
            <a:lstStyle/>
            <a:p>
              <a:endParaRPr lang="en-US"/>
            </a:p>
          </p:txBody>
        </p:sp>
        <p:sp>
          <p:nvSpPr>
            <p:cNvPr id="58" name="Oval 35"/>
            <p:cNvSpPr>
              <a:spLocks noChangeArrowheads="1"/>
            </p:cNvSpPr>
            <p:nvPr/>
          </p:nvSpPr>
          <p:spPr bwMode="grayWhite">
            <a:xfrm>
              <a:off x="1871526" y="837422"/>
              <a:ext cx="391957" cy="404754"/>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 name="Oval 36"/>
            <p:cNvSpPr>
              <a:spLocks noChangeArrowheads="1"/>
            </p:cNvSpPr>
            <p:nvPr/>
          </p:nvSpPr>
          <p:spPr bwMode="grayWhite">
            <a:xfrm>
              <a:off x="1961068" y="929887"/>
              <a:ext cx="54063" cy="55828"/>
            </a:xfrm>
            <a:prstGeom prst="ellipse">
              <a:avLst/>
            </a:prstGeom>
            <a:solidFill>
              <a:schemeClr val="accent1">
                <a:lumMod val="60000"/>
                <a:lumOff val="40000"/>
              </a:schemeClr>
            </a:solidFill>
            <a:ln w="12700">
              <a:noFill/>
              <a:round/>
              <a:headEnd/>
              <a:tailEnd/>
            </a:ln>
            <a:effectLst/>
          </p:spPr>
          <p:txBody>
            <a:bodyPr wrap="none" anchor="ctr"/>
            <a:lstStyle/>
            <a:p>
              <a:endParaRPr lang="en-US"/>
            </a:p>
          </p:txBody>
        </p:sp>
      </p:grpSp>
      <p:sp>
        <p:nvSpPr>
          <p:cNvPr id="2" name="Title 1"/>
          <p:cNvSpPr>
            <a:spLocks noGrp="1"/>
          </p:cNvSpPr>
          <p:nvPr>
            <p:ph type="ctrTitle"/>
          </p:nvPr>
        </p:nvSpPr>
        <p:spPr>
          <a:xfrm>
            <a:off x="1295400" y="2079812"/>
            <a:ext cx="9601200" cy="1724092"/>
          </a:xfrm>
        </p:spPr>
        <p:txBody>
          <a:bodyPr anchor="b"/>
          <a:lstStyle>
            <a:lvl1pPr algn="ctr">
              <a:defRPr sz="5400">
                <a:solidFill>
                  <a:schemeClr val="tx2"/>
                </a:solidFill>
              </a:defRPr>
            </a:lvl1pPr>
          </a:lstStyle>
          <a:p>
            <a:r>
              <a:rPr lang="en-US"/>
              <a:t>Click to edit Master title style</a:t>
            </a:r>
            <a:endParaRPr/>
          </a:p>
        </p:txBody>
      </p:sp>
      <p:sp>
        <p:nvSpPr>
          <p:cNvPr id="3" name="Subtitle 2"/>
          <p:cNvSpPr>
            <a:spLocks noGrp="1"/>
          </p:cNvSpPr>
          <p:nvPr>
            <p:ph type="subTitle" idx="1"/>
          </p:nvPr>
        </p:nvSpPr>
        <p:spPr>
          <a:xfrm>
            <a:off x="1295400" y="3959352"/>
            <a:ext cx="9601200" cy="914400"/>
          </a:xfrm>
        </p:spPr>
        <p:txBody>
          <a:bodyPr>
            <a:normAutofit/>
          </a:bodyPr>
          <a:lstStyle>
            <a:lvl1pPr marL="0" indent="0" algn="ctr">
              <a:spcBef>
                <a:spcPts val="0"/>
              </a:spcBef>
              <a:buNone/>
              <a:defRPr sz="2000">
                <a:solidFill>
                  <a:schemeClr val="tx2"/>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A2E223D7-2A27-4B34-A31C-02090805ABAC}" type="datetime1">
              <a:rPr lang="en-US" smtClean="0"/>
              <a:t>12/2/2025</a:t>
            </a:fld>
            <a:endParaRPr lang="en-US"/>
          </a:p>
        </p:txBody>
      </p:sp>
      <p:sp>
        <p:nvSpPr>
          <p:cNvPr id="7" name="Slide Number Placeholder 6"/>
          <p:cNvSpPr>
            <a:spLocks noGrp="1"/>
          </p:cNvSpPr>
          <p:nvPr>
            <p:ph type="sldNum" sz="quarter" idx="12"/>
          </p:nvPr>
        </p:nvSpPr>
        <p:spPr/>
        <p:txBody>
          <a:bodyPr/>
          <a:lstStyle/>
          <a:p>
            <a:fld id="{FC749032-2A07-4AE8-BA90-74324CAE0C87}" type="slidenum">
              <a:rPr lang="en-US" smtClean="0"/>
              <a:pPr/>
              <a:t>‹#›</a:t>
            </a:fld>
            <a:endParaRPr lang="en-US"/>
          </a:p>
        </p:txBody>
      </p:sp>
    </p:spTree>
    <p:extLst>
      <p:ext uri="{BB962C8B-B14F-4D97-AF65-F5344CB8AC3E}">
        <p14:creationId xmlns:p14="http://schemas.microsoft.com/office/powerpoint/2010/main" val="3808914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9EFC7548-FD58-4384-A951-C87160C229EB}" type="datetime1">
              <a:rPr lang="en-US" smtClean="0"/>
              <a:t>12/2/2025</a:t>
            </a:fld>
            <a:endParaRPr lang="en-US"/>
          </a:p>
        </p:txBody>
      </p:sp>
      <p:sp>
        <p:nvSpPr>
          <p:cNvPr id="6" name="Slide Number Placeholder 5"/>
          <p:cNvSpPr>
            <a:spLocks noGrp="1"/>
          </p:cNvSpPr>
          <p:nvPr>
            <p:ph type="sldNum" sz="quarter" idx="12"/>
          </p:nvPr>
        </p:nvSpPr>
        <p:spPr/>
        <p:txBody>
          <a:bodyPr/>
          <a:lstStyle/>
          <a:p>
            <a:fld id="{FC749032-2A07-4AE8-BA90-74324CAE0C87}" type="slidenum">
              <a:rPr lang="en-US" smtClean="0"/>
              <a:t>‹#›</a:t>
            </a:fld>
            <a:endParaRPr lang="en-US"/>
          </a:p>
        </p:txBody>
      </p:sp>
    </p:spTree>
    <p:extLst>
      <p:ext uri="{BB962C8B-B14F-4D97-AF65-F5344CB8AC3E}">
        <p14:creationId xmlns:p14="http://schemas.microsoft.com/office/powerpoint/2010/main" val="3419496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0" y="2130552"/>
            <a:ext cx="9601200" cy="2359152"/>
          </a:xfrm>
        </p:spPr>
        <p:txBody>
          <a:bodyPr anchor="b">
            <a:normAutofit/>
          </a:bodyPr>
          <a:lstStyle>
            <a:lvl1pPr algn="ctr">
              <a:defRPr sz="5400" b="1"/>
            </a:lvl1pPr>
          </a:lstStyle>
          <a:p>
            <a:r>
              <a:rPr lang="en-US"/>
              <a:t>Click to edit Master title style</a:t>
            </a:r>
            <a:endParaRPr/>
          </a:p>
        </p:txBody>
      </p:sp>
      <p:sp>
        <p:nvSpPr>
          <p:cNvPr id="3" name="Text Placeholder 2"/>
          <p:cNvSpPr>
            <a:spLocks noGrp="1"/>
          </p:cNvSpPr>
          <p:nvPr>
            <p:ph type="body" idx="1"/>
          </p:nvPr>
        </p:nvSpPr>
        <p:spPr>
          <a:xfrm>
            <a:off x="1295400" y="4572000"/>
            <a:ext cx="9601200" cy="841248"/>
          </a:xfrm>
        </p:spPr>
        <p:txBody>
          <a:bodyPr anchor="t"/>
          <a:lstStyle>
            <a:lvl1pPr marL="0" indent="0" algn="ctr">
              <a:spcBef>
                <a:spcPts val="0"/>
              </a:spcBef>
              <a:buNone/>
              <a:defRPr sz="2000">
                <a:solidFill>
                  <a:schemeClr val="tx1">
                    <a:lumMod val="90000"/>
                    <a:lumOff val="1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C6E13194-3577-4D3C-A927-FE879CBA54D5}" type="datetime1">
              <a:rPr lang="en-US" smtClean="0"/>
              <a:t>12/2/2025</a:t>
            </a:fld>
            <a:endParaRPr lang="en-US"/>
          </a:p>
        </p:txBody>
      </p:sp>
      <p:sp>
        <p:nvSpPr>
          <p:cNvPr id="6" name="Slide Number Placeholder 5"/>
          <p:cNvSpPr>
            <a:spLocks noGrp="1"/>
          </p:cNvSpPr>
          <p:nvPr>
            <p:ph type="sldNum" sz="quarter" idx="12"/>
          </p:nvPr>
        </p:nvSpPr>
        <p:spPr/>
        <p:txBody>
          <a:bodyPr/>
          <a:lstStyle/>
          <a:p>
            <a:fld id="{FC749032-2A07-4AE8-BA90-74324CAE0C87}" type="slidenum">
              <a:rPr lang="en-US" smtClean="0"/>
              <a:t>‹#›</a:t>
            </a:fld>
            <a:endParaRPr lang="en-US"/>
          </a:p>
        </p:txBody>
      </p:sp>
    </p:spTree>
    <p:extLst>
      <p:ext uri="{BB962C8B-B14F-4D97-AF65-F5344CB8AC3E}">
        <p14:creationId xmlns:p14="http://schemas.microsoft.com/office/powerpoint/2010/main" val="4190801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hasCustomPrompt="1"/>
          </p:nvPr>
        </p:nvSpPr>
        <p:spPr>
          <a:xfrm>
            <a:off x="1341120" y="1901952"/>
            <a:ext cx="4572000" cy="4123944"/>
          </a:xfrm>
        </p:spPr>
        <p:txBody>
          <a:bodyPr vert="horz" lIns="91440" tIns="45720" rIns="91440" bIns="45720" rtlCol="0">
            <a:normAutofit/>
          </a:bodyPr>
          <a:lstStyle>
            <a:lvl1pPr>
              <a:defRPr lang="en-US" smtClean="0"/>
            </a:lvl1pPr>
            <a:lvl2pPr>
              <a:defRPr lang="en-US" smtClean="0"/>
            </a:lvl2pPr>
            <a:lvl3pPr>
              <a:defRPr lang="en-US" smtClean="0"/>
            </a:lvl3pPr>
            <a:lvl4pPr>
              <a:defRPr lang="en-US" smtClean="0"/>
            </a:lvl4pPr>
            <a:lvl5pPr>
              <a:defRPr/>
            </a:lvl5pPr>
            <a:lvl6pPr>
              <a:defRPr/>
            </a:lvl6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we</a:t>
            </a:r>
          </a:p>
          <a:p>
            <a:pPr lvl="5"/>
            <a:endParaRPr dirty="0"/>
          </a:p>
        </p:txBody>
      </p:sp>
      <p:sp>
        <p:nvSpPr>
          <p:cNvPr id="4" name="Content Placeholder 3"/>
          <p:cNvSpPr>
            <a:spLocks noGrp="1"/>
          </p:cNvSpPr>
          <p:nvPr>
            <p:ph sz="half" idx="2"/>
          </p:nvPr>
        </p:nvSpPr>
        <p:spPr>
          <a:xfrm>
            <a:off x="6278880" y="1901952"/>
            <a:ext cx="4572000" cy="4123944"/>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5B9DC53B-D6DF-4D88-8598-DAA646F1ABC6}" type="datetime1">
              <a:rPr lang="en-US" smtClean="0"/>
              <a:t>12/2/2025</a:t>
            </a:fld>
            <a:endParaRPr lang="en-US"/>
          </a:p>
        </p:txBody>
      </p:sp>
      <p:sp>
        <p:nvSpPr>
          <p:cNvPr id="7" name="Slide Number Placeholder 6"/>
          <p:cNvSpPr>
            <a:spLocks noGrp="1"/>
          </p:cNvSpPr>
          <p:nvPr>
            <p:ph type="sldNum" sz="quarter" idx="12"/>
          </p:nvPr>
        </p:nvSpPr>
        <p:spPr/>
        <p:txBody>
          <a:bodyPr/>
          <a:lstStyle/>
          <a:p>
            <a:fld id="{FC749032-2A07-4AE8-BA90-74324CAE0C87}" type="slidenum">
              <a:rPr lang="en-US" smtClean="0"/>
              <a:t>‹#›</a:t>
            </a:fld>
            <a:endParaRPr lang="en-US"/>
          </a:p>
        </p:txBody>
      </p:sp>
    </p:spTree>
    <p:extLst>
      <p:ext uri="{BB962C8B-B14F-4D97-AF65-F5344CB8AC3E}">
        <p14:creationId xmlns:p14="http://schemas.microsoft.com/office/powerpoint/2010/main" val="3479210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41120" y="466344"/>
            <a:ext cx="9509760" cy="1234440"/>
          </a:xfrm>
        </p:spPr>
        <p:txBody>
          <a:bodyPr/>
          <a:lstStyle/>
          <a:p>
            <a:r>
              <a:rPr lang="en-US"/>
              <a:t>Click to edit Master title style</a:t>
            </a:r>
            <a:endParaRPr/>
          </a:p>
        </p:txBody>
      </p:sp>
      <p:sp>
        <p:nvSpPr>
          <p:cNvPr id="3" name="Text Placeholder 2"/>
          <p:cNvSpPr>
            <a:spLocks noGrp="1"/>
          </p:cNvSpPr>
          <p:nvPr>
            <p:ph type="body" idx="1"/>
          </p:nvPr>
        </p:nvSpPr>
        <p:spPr>
          <a:xfrm>
            <a:off x="1341120" y="1837464"/>
            <a:ext cx="4572000" cy="766588"/>
          </a:xfrm>
        </p:spPr>
        <p:txBody>
          <a:bodyPr anchor="ctr">
            <a:normAutofit/>
          </a:bodyPr>
          <a:lstStyle>
            <a:lvl1pPr marL="0" indent="0">
              <a:spcBef>
                <a:spcPts val="0"/>
              </a:spcBef>
              <a:buNone/>
              <a:defRPr sz="22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41120" y="2740732"/>
            <a:ext cx="4572000" cy="3288847"/>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78880" y="1837464"/>
            <a:ext cx="4572000" cy="766588"/>
          </a:xfrm>
        </p:spPr>
        <p:txBody>
          <a:bodyPr anchor="ctr">
            <a:normAutofit/>
          </a:bodyPr>
          <a:lstStyle>
            <a:lvl1pPr marL="0" indent="0">
              <a:spcBef>
                <a:spcPts val="0"/>
              </a:spcBef>
              <a:buNone/>
              <a:defRPr sz="22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78880" y="2740732"/>
            <a:ext cx="4572000" cy="3288847"/>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r>
              <a:rPr lang="en-US" dirty="0"/>
              <a:t>Add a footer</a:t>
            </a:r>
          </a:p>
        </p:txBody>
      </p:sp>
      <p:sp>
        <p:nvSpPr>
          <p:cNvPr id="7" name="Date Placeholder 6"/>
          <p:cNvSpPr>
            <a:spLocks noGrp="1"/>
          </p:cNvSpPr>
          <p:nvPr>
            <p:ph type="dt" sz="half" idx="10"/>
          </p:nvPr>
        </p:nvSpPr>
        <p:spPr/>
        <p:txBody>
          <a:bodyPr/>
          <a:lstStyle/>
          <a:p>
            <a:fld id="{06F13985-7297-49C2-8AF7-445853E5DC92}" type="datetime1">
              <a:rPr lang="en-US" smtClean="0"/>
              <a:t>12/2/2025</a:t>
            </a:fld>
            <a:endParaRPr lang="en-US"/>
          </a:p>
        </p:txBody>
      </p:sp>
      <p:sp>
        <p:nvSpPr>
          <p:cNvPr id="9" name="Slide Number Placeholder 8"/>
          <p:cNvSpPr>
            <a:spLocks noGrp="1"/>
          </p:cNvSpPr>
          <p:nvPr>
            <p:ph type="sldNum" sz="quarter" idx="12"/>
          </p:nvPr>
        </p:nvSpPr>
        <p:spPr/>
        <p:txBody>
          <a:bodyPr/>
          <a:lstStyle/>
          <a:p>
            <a:fld id="{FC749032-2A07-4AE8-BA90-74324CAE0C87}" type="slidenum">
              <a:rPr lang="en-US" smtClean="0"/>
              <a:t>‹#›</a:t>
            </a:fld>
            <a:endParaRPr lang="en-US"/>
          </a:p>
        </p:txBody>
      </p:sp>
    </p:spTree>
    <p:extLst>
      <p:ext uri="{BB962C8B-B14F-4D97-AF65-F5344CB8AC3E}">
        <p14:creationId xmlns:p14="http://schemas.microsoft.com/office/powerpoint/2010/main" val="1526009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r>
              <a:rPr lang="en-US" dirty="0"/>
              <a:t>Add a footer</a:t>
            </a:r>
          </a:p>
        </p:txBody>
      </p:sp>
      <p:sp>
        <p:nvSpPr>
          <p:cNvPr id="3" name="Date Placeholder 2"/>
          <p:cNvSpPr>
            <a:spLocks noGrp="1"/>
          </p:cNvSpPr>
          <p:nvPr>
            <p:ph type="dt" sz="half" idx="10"/>
          </p:nvPr>
        </p:nvSpPr>
        <p:spPr/>
        <p:txBody>
          <a:bodyPr/>
          <a:lstStyle/>
          <a:p>
            <a:fld id="{E3A7CB2E-E929-49CA-BA6D-3C562126F566}" type="datetime1">
              <a:rPr lang="en-US" smtClean="0"/>
              <a:t>12/2/2025</a:t>
            </a:fld>
            <a:endParaRPr lang="en-US"/>
          </a:p>
        </p:txBody>
      </p:sp>
      <p:sp>
        <p:nvSpPr>
          <p:cNvPr id="5" name="Slide Number Placeholder 4"/>
          <p:cNvSpPr>
            <a:spLocks noGrp="1"/>
          </p:cNvSpPr>
          <p:nvPr>
            <p:ph type="sldNum" sz="quarter" idx="12"/>
          </p:nvPr>
        </p:nvSpPr>
        <p:spPr/>
        <p:txBody>
          <a:bodyPr/>
          <a:lstStyle/>
          <a:p>
            <a:fld id="{FC749032-2A07-4AE8-BA90-74324CAE0C87}" type="slidenum">
              <a:rPr lang="en-US" smtClean="0"/>
              <a:t>‹#›</a:t>
            </a:fld>
            <a:endParaRPr lang="en-US"/>
          </a:p>
        </p:txBody>
      </p:sp>
    </p:spTree>
    <p:extLst>
      <p:ext uri="{BB962C8B-B14F-4D97-AF65-F5344CB8AC3E}">
        <p14:creationId xmlns:p14="http://schemas.microsoft.com/office/powerpoint/2010/main" val="460836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pSp>
        <p:nvGrpSpPr>
          <p:cNvPr id="5" name="Group 4"/>
          <p:cNvGrpSpPr/>
          <p:nvPr/>
        </p:nvGrpSpPr>
        <p:grpSpPr>
          <a:xfrm flipV="1">
            <a:off x="1585" y="0"/>
            <a:ext cx="12188827" cy="377952"/>
            <a:chOff x="-1" y="6480048"/>
            <a:chExt cx="12188827" cy="377952"/>
          </a:xfrm>
        </p:grpSpPr>
        <p:sp>
          <p:nvSpPr>
            <p:cNvPr id="6" name="Rectangle 5"/>
            <p:cNvSpPr/>
            <p:nvPr/>
          </p:nvSpPr>
          <p:spPr>
            <a:xfrm>
              <a:off x="0" y="6583680"/>
              <a:ext cx="12188826" cy="274320"/>
            </a:xfrm>
            <a:prstGeom prst="rect">
              <a:avLst/>
            </a:prstGeom>
            <a:gradFill flip="none" rotWithShape="1">
              <a:gsLst>
                <a:gs pos="100000">
                  <a:schemeClr val="accent1">
                    <a:alpha val="50000"/>
                  </a:schemeClr>
                </a:gs>
                <a:gs pos="0">
                  <a:schemeClr val="accent1">
                    <a:lumMod val="60000"/>
                    <a:lumOff val="40000"/>
                    <a:alpha val="5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a:p>
          </p:txBody>
        </p:sp>
        <p:sp>
          <p:nvSpPr>
            <p:cNvPr id="7" name="Rectangle 6"/>
            <p:cNvSpPr/>
            <p:nvPr/>
          </p:nvSpPr>
          <p:spPr>
            <a:xfrm>
              <a:off x="-1" y="6480048"/>
              <a:ext cx="12188826" cy="73152"/>
            </a:xfrm>
            <a:prstGeom prst="rect">
              <a:avLst/>
            </a:prstGeom>
            <a:gradFill flip="none" rotWithShape="1">
              <a:gsLst>
                <a:gs pos="100000">
                  <a:schemeClr val="accent1">
                    <a:alpha val="80000"/>
                  </a:schemeClr>
                </a:gs>
                <a:gs pos="0">
                  <a:schemeClr val="accent1">
                    <a:lumMod val="60000"/>
                    <a:lumOff val="40000"/>
                    <a:alpha val="8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a:p>
          </p:txBody>
        </p:sp>
      </p:grpSp>
      <p:sp>
        <p:nvSpPr>
          <p:cNvPr id="3" name="Footer Placeholder 2"/>
          <p:cNvSpPr>
            <a:spLocks noGrp="1"/>
          </p:cNvSpPr>
          <p:nvPr>
            <p:ph type="ftr" sz="quarter" idx="11"/>
          </p:nvPr>
        </p:nvSpPr>
        <p:spPr/>
        <p:txBody>
          <a:bodyPr/>
          <a:lstStyle/>
          <a:p>
            <a:r>
              <a:rPr lang="en-US" dirty="0"/>
              <a:t>Add a footer</a:t>
            </a:r>
          </a:p>
        </p:txBody>
      </p:sp>
      <p:sp>
        <p:nvSpPr>
          <p:cNvPr id="2" name="Date Placeholder 1"/>
          <p:cNvSpPr>
            <a:spLocks noGrp="1"/>
          </p:cNvSpPr>
          <p:nvPr>
            <p:ph type="dt" sz="half" idx="10"/>
          </p:nvPr>
        </p:nvSpPr>
        <p:spPr/>
        <p:txBody>
          <a:bodyPr/>
          <a:lstStyle/>
          <a:p>
            <a:fld id="{1927CFE0-ED18-4B5C-AA30-B675E1042721}" type="datetime1">
              <a:rPr lang="en-US" smtClean="0"/>
              <a:t>12/2/2025</a:t>
            </a:fld>
            <a:endParaRPr lang="en-US"/>
          </a:p>
        </p:txBody>
      </p:sp>
      <p:sp>
        <p:nvSpPr>
          <p:cNvPr id="4" name="Slide Number Placeholder 3"/>
          <p:cNvSpPr>
            <a:spLocks noGrp="1"/>
          </p:cNvSpPr>
          <p:nvPr>
            <p:ph type="sldNum" sz="quarter" idx="12"/>
          </p:nvPr>
        </p:nvSpPr>
        <p:spPr/>
        <p:txBody>
          <a:bodyPr/>
          <a:lstStyle/>
          <a:p>
            <a:fld id="{FC749032-2A07-4AE8-BA90-74324CAE0C87}" type="slidenum">
              <a:rPr lang="en-US" smtClean="0"/>
              <a:t>‹#›</a:t>
            </a:fld>
            <a:endParaRPr lang="en-US"/>
          </a:p>
        </p:txBody>
      </p:sp>
    </p:spTree>
    <p:extLst>
      <p:ext uri="{BB962C8B-B14F-4D97-AF65-F5344CB8AC3E}">
        <p14:creationId xmlns:p14="http://schemas.microsoft.com/office/powerpoint/2010/main" val="2206049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p:cNvGrpSpPr/>
          <p:nvPr/>
        </p:nvGrpSpPr>
        <p:grpSpPr>
          <a:xfrm flipV="1">
            <a:off x="1585" y="0"/>
            <a:ext cx="12188827" cy="377952"/>
            <a:chOff x="-1" y="6480048"/>
            <a:chExt cx="12188827" cy="377952"/>
          </a:xfrm>
        </p:grpSpPr>
        <p:sp>
          <p:nvSpPr>
            <p:cNvPr id="9" name="Rectangle 8"/>
            <p:cNvSpPr/>
            <p:nvPr/>
          </p:nvSpPr>
          <p:spPr>
            <a:xfrm>
              <a:off x="0" y="6583680"/>
              <a:ext cx="12188826" cy="274320"/>
            </a:xfrm>
            <a:prstGeom prst="rect">
              <a:avLst/>
            </a:prstGeom>
            <a:gradFill flip="none" rotWithShape="1">
              <a:gsLst>
                <a:gs pos="100000">
                  <a:schemeClr val="accent1">
                    <a:alpha val="50000"/>
                  </a:schemeClr>
                </a:gs>
                <a:gs pos="0">
                  <a:schemeClr val="accent1">
                    <a:lumMod val="60000"/>
                    <a:lumOff val="40000"/>
                    <a:alpha val="5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a:p>
          </p:txBody>
        </p:sp>
        <p:sp>
          <p:nvSpPr>
            <p:cNvPr id="10" name="Rectangle 9"/>
            <p:cNvSpPr/>
            <p:nvPr/>
          </p:nvSpPr>
          <p:spPr>
            <a:xfrm>
              <a:off x="-1" y="6480048"/>
              <a:ext cx="12188826" cy="73152"/>
            </a:xfrm>
            <a:prstGeom prst="rect">
              <a:avLst/>
            </a:prstGeom>
            <a:gradFill flip="none" rotWithShape="1">
              <a:gsLst>
                <a:gs pos="100000">
                  <a:schemeClr val="accent1">
                    <a:alpha val="80000"/>
                  </a:schemeClr>
                </a:gs>
                <a:gs pos="0">
                  <a:schemeClr val="accent1">
                    <a:lumMod val="60000"/>
                    <a:lumOff val="40000"/>
                    <a:alpha val="8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a:p>
          </p:txBody>
        </p:sp>
      </p:grpSp>
      <p:sp>
        <p:nvSpPr>
          <p:cNvPr id="2" name="Title 1"/>
          <p:cNvSpPr>
            <a:spLocks noGrp="1"/>
          </p:cNvSpPr>
          <p:nvPr>
            <p:ph type="title"/>
          </p:nvPr>
        </p:nvSpPr>
        <p:spPr>
          <a:xfrm>
            <a:off x="7470648" y="2350008"/>
            <a:ext cx="4206240" cy="1993392"/>
          </a:xfrm>
        </p:spPr>
        <p:txBody>
          <a:bodyPr anchor="b">
            <a:normAutofit/>
          </a:bodyPr>
          <a:lstStyle>
            <a:lvl1pPr>
              <a:defRPr sz="3400" b="1"/>
            </a:lvl1pPr>
          </a:lstStyle>
          <a:p>
            <a:r>
              <a:rPr lang="en-US"/>
              <a:t>Click to edit Master title style</a:t>
            </a:r>
            <a:endParaRPr/>
          </a:p>
        </p:txBody>
      </p:sp>
      <p:sp>
        <p:nvSpPr>
          <p:cNvPr id="3" name="Content Placeholder 2"/>
          <p:cNvSpPr>
            <a:spLocks noGrp="1"/>
          </p:cNvSpPr>
          <p:nvPr>
            <p:ph idx="1"/>
          </p:nvPr>
        </p:nvSpPr>
        <p:spPr>
          <a:xfrm>
            <a:off x="457200" y="758952"/>
            <a:ext cx="6629400" cy="5330952"/>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7470648" y="4361688"/>
            <a:ext cx="4206240" cy="1728216"/>
          </a:xfrm>
        </p:spPr>
        <p:txBody>
          <a:bodyPr>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1E43BAAB-3A39-450E-9B38-6FB42E71A3AF}" type="datetime1">
              <a:rPr lang="en-US" smtClean="0"/>
              <a:t>12/2/2025</a:t>
            </a:fld>
            <a:endParaRPr lang="en-US"/>
          </a:p>
        </p:txBody>
      </p:sp>
      <p:sp>
        <p:nvSpPr>
          <p:cNvPr id="7" name="Slide Number Placeholder 6"/>
          <p:cNvSpPr>
            <a:spLocks noGrp="1"/>
          </p:cNvSpPr>
          <p:nvPr>
            <p:ph type="sldNum" sz="quarter" idx="12"/>
          </p:nvPr>
        </p:nvSpPr>
        <p:spPr/>
        <p:txBody>
          <a:bodyPr/>
          <a:lstStyle/>
          <a:p>
            <a:fld id="{FC749032-2A07-4AE8-BA90-74324CAE0C87}" type="slidenum">
              <a:rPr lang="en-US" smtClean="0"/>
              <a:t>‹#›</a:t>
            </a:fld>
            <a:endParaRPr lang="en-US"/>
          </a:p>
        </p:txBody>
      </p:sp>
    </p:spTree>
    <p:extLst>
      <p:ext uri="{BB962C8B-B14F-4D97-AF65-F5344CB8AC3E}">
        <p14:creationId xmlns:p14="http://schemas.microsoft.com/office/powerpoint/2010/main" val="1480565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flipV="1">
            <a:off x="1585" y="0"/>
            <a:ext cx="12188827" cy="377952"/>
            <a:chOff x="-1" y="6480048"/>
            <a:chExt cx="12188827" cy="377952"/>
          </a:xfrm>
        </p:grpSpPr>
        <p:sp>
          <p:nvSpPr>
            <p:cNvPr id="9" name="Rectangle 8"/>
            <p:cNvSpPr/>
            <p:nvPr/>
          </p:nvSpPr>
          <p:spPr>
            <a:xfrm>
              <a:off x="0" y="6583680"/>
              <a:ext cx="12188826" cy="274320"/>
            </a:xfrm>
            <a:prstGeom prst="rect">
              <a:avLst/>
            </a:prstGeom>
            <a:gradFill flip="none" rotWithShape="1">
              <a:gsLst>
                <a:gs pos="100000">
                  <a:schemeClr val="accent1">
                    <a:alpha val="50000"/>
                  </a:schemeClr>
                </a:gs>
                <a:gs pos="0">
                  <a:schemeClr val="accent1">
                    <a:lumMod val="60000"/>
                    <a:lumOff val="40000"/>
                    <a:alpha val="5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a:p>
          </p:txBody>
        </p:sp>
        <p:sp>
          <p:nvSpPr>
            <p:cNvPr id="10" name="Rectangle 9"/>
            <p:cNvSpPr/>
            <p:nvPr/>
          </p:nvSpPr>
          <p:spPr>
            <a:xfrm>
              <a:off x="-1" y="6480048"/>
              <a:ext cx="12188826" cy="73152"/>
            </a:xfrm>
            <a:prstGeom prst="rect">
              <a:avLst/>
            </a:prstGeom>
            <a:gradFill flip="none" rotWithShape="1">
              <a:gsLst>
                <a:gs pos="100000">
                  <a:schemeClr val="accent1">
                    <a:alpha val="80000"/>
                  </a:schemeClr>
                </a:gs>
                <a:gs pos="0">
                  <a:schemeClr val="accent1">
                    <a:lumMod val="60000"/>
                    <a:lumOff val="40000"/>
                    <a:alpha val="8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a:p>
          </p:txBody>
        </p:sp>
      </p:grpSp>
      <p:sp>
        <p:nvSpPr>
          <p:cNvPr id="2" name="Title 1"/>
          <p:cNvSpPr>
            <a:spLocks noGrp="1"/>
          </p:cNvSpPr>
          <p:nvPr>
            <p:ph type="title"/>
          </p:nvPr>
        </p:nvSpPr>
        <p:spPr>
          <a:xfrm>
            <a:off x="7470648" y="2350008"/>
            <a:ext cx="4206240" cy="1993392"/>
          </a:xfrm>
        </p:spPr>
        <p:txBody>
          <a:bodyPr anchor="b">
            <a:normAutofit/>
          </a:bodyPr>
          <a:lstStyle>
            <a:lvl1pPr>
              <a:defRPr sz="3400" b="1"/>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50811" y="506104"/>
            <a:ext cx="6858002" cy="5843016"/>
          </a:xfrm>
          <a:solidFill>
            <a:schemeClr val="accent1">
              <a:lumMod val="40000"/>
              <a:lumOff val="60000"/>
            </a:schemeClr>
          </a:solidFill>
        </p:spPr>
        <p:txBody>
          <a:bodyPr>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7470648" y="4361688"/>
            <a:ext cx="4206240" cy="1728216"/>
          </a:xfrm>
        </p:spPr>
        <p:txBody>
          <a:bodyPr>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50EE0331-03F7-4310-9C27-C65B2378D791}" type="datetime1">
              <a:rPr lang="en-US" smtClean="0"/>
              <a:t>12/2/2025</a:t>
            </a:fld>
            <a:endParaRPr lang="en-US"/>
          </a:p>
        </p:txBody>
      </p:sp>
      <p:sp>
        <p:nvSpPr>
          <p:cNvPr id="7" name="Slide Number Placeholder 6"/>
          <p:cNvSpPr>
            <a:spLocks noGrp="1"/>
          </p:cNvSpPr>
          <p:nvPr>
            <p:ph type="sldNum" sz="quarter" idx="12"/>
          </p:nvPr>
        </p:nvSpPr>
        <p:spPr/>
        <p:txBody>
          <a:bodyPr/>
          <a:lstStyle/>
          <a:p>
            <a:fld id="{FC749032-2A07-4AE8-BA90-74324CAE0C87}" type="slidenum">
              <a:rPr lang="en-US" smtClean="0"/>
              <a:t>‹#›</a:t>
            </a:fld>
            <a:endParaRPr lang="en-US"/>
          </a:p>
        </p:txBody>
      </p:sp>
    </p:spTree>
    <p:extLst>
      <p:ext uri="{BB962C8B-B14F-4D97-AF65-F5344CB8AC3E}">
        <p14:creationId xmlns:p14="http://schemas.microsoft.com/office/powerpoint/2010/main" val="1009572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0602F1F3-2254-4E04-B960-C1DB42B67330}" type="datetime1">
              <a:rPr lang="en-US" smtClean="0"/>
              <a:t>12/2/2025</a:t>
            </a:fld>
            <a:endParaRPr lang="en-US"/>
          </a:p>
        </p:txBody>
      </p:sp>
      <p:sp>
        <p:nvSpPr>
          <p:cNvPr id="6" name="Slide Number Placeholder 5"/>
          <p:cNvSpPr>
            <a:spLocks noGrp="1"/>
          </p:cNvSpPr>
          <p:nvPr>
            <p:ph type="sldNum" sz="quarter" idx="12"/>
          </p:nvPr>
        </p:nvSpPr>
        <p:spPr/>
        <p:txBody>
          <a:bodyPr/>
          <a:lstStyle/>
          <a:p>
            <a:fld id="{FC749032-2A07-4AE8-BA90-74324CAE0C87}" type="slidenum">
              <a:rPr lang="en-US" smtClean="0"/>
              <a:t>‹#›</a:t>
            </a:fld>
            <a:endParaRPr lang="en-US"/>
          </a:p>
        </p:txBody>
      </p:sp>
    </p:spTree>
    <p:extLst>
      <p:ext uri="{BB962C8B-B14F-4D97-AF65-F5344CB8AC3E}">
        <p14:creationId xmlns:p14="http://schemas.microsoft.com/office/powerpoint/2010/main" val="4044702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274638"/>
            <a:ext cx="2628900" cy="5897562"/>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838200" y="274638"/>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425D0DE7-A14C-48CB-AB8E-D3357522F5F2}" type="datetime1">
              <a:rPr lang="en-US" smtClean="0"/>
              <a:t>12/2/2025</a:t>
            </a:fld>
            <a:endParaRPr lang="en-US"/>
          </a:p>
        </p:txBody>
      </p:sp>
      <p:sp>
        <p:nvSpPr>
          <p:cNvPr id="6" name="Slide Number Placeholder 5"/>
          <p:cNvSpPr>
            <a:spLocks noGrp="1"/>
          </p:cNvSpPr>
          <p:nvPr>
            <p:ph type="sldNum" sz="quarter" idx="12"/>
          </p:nvPr>
        </p:nvSpPr>
        <p:spPr/>
        <p:txBody>
          <a:bodyPr/>
          <a:lstStyle/>
          <a:p>
            <a:fld id="{FC749032-2A07-4AE8-BA90-74324CAE0C87}" type="slidenum">
              <a:rPr lang="en-US" smtClean="0"/>
              <a:t>‹#›</a:t>
            </a:fld>
            <a:endParaRPr lang="en-US"/>
          </a:p>
        </p:txBody>
      </p:sp>
    </p:spTree>
    <p:extLst>
      <p:ext uri="{BB962C8B-B14F-4D97-AF65-F5344CB8AC3E}">
        <p14:creationId xmlns:p14="http://schemas.microsoft.com/office/powerpoint/2010/main" val="825529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Ref idx="1001">
        <a:schemeClr val="bg1"/>
      </p:bgRef>
    </p:bg>
    <p:spTree>
      <p:nvGrpSpPr>
        <p:cNvPr id="1" name=""/>
        <p:cNvGrpSpPr/>
        <p:nvPr/>
      </p:nvGrpSpPr>
      <p:grpSpPr>
        <a:xfrm>
          <a:off x="0" y="0"/>
          <a:ext cx="0" cy="0"/>
          <a:chOff x="0" y="0"/>
          <a:chExt cx="0" cy="0"/>
        </a:xfrm>
      </p:grpSpPr>
      <p:grpSp>
        <p:nvGrpSpPr>
          <p:cNvPr id="163" name="Group 162"/>
          <p:cNvGrpSpPr/>
          <p:nvPr/>
        </p:nvGrpSpPr>
        <p:grpSpPr>
          <a:xfrm>
            <a:off x="7873" y="-19258"/>
            <a:ext cx="12188953" cy="6869723"/>
            <a:chOff x="7873" y="-19258"/>
            <a:chExt cx="12188953" cy="6869723"/>
          </a:xfrm>
        </p:grpSpPr>
        <p:sp>
          <p:nvSpPr>
            <p:cNvPr id="10" name="Rectangle 9"/>
            <p:cNvSpPr/>
            <p:nvPr/>
          </p:nvSpPr>
          <p:spPr>
            <a:xfrm>
              <a:off x="7873" y="-19258"/>
              <a:ext cx="12188952" cy="6858000"/>
            </a:xfrm>
            <a:prstGeom prst="rect">
              <a:avLst/>
            </a:prstGeom>
            <a:gradFill>
              <a:gsLst>
                <a:gs pos="0">
                  <a:schemeClr val="accent1">
                    <a:lumMod val="20000"/>
                    <a:lumOff val="80000"/>
                  </a:schemeClr>
                </a:gs>
                <a:gs pos="74000">
                  <a:schemeClr val="accent1">
                    <a:lumMod val="40000"/>
                    <a:lumOff val="60000"/>
                  </a:schemeClr>
                </a:gs>
                <a:gs pos="100000">
                  <a:schemeClr val="accent1">
                    <a:lumMod val="60000"/>
                    <a:lumOff val="40000"/>
                  </a:schemeClr>
                </a:gs>
              </a:gsLst>
              <a:lin ang="5400000" scaled="1"/>
            </a:gradFill>
            <a:ln>
              <a:noFill/>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dirty="0"/>
            </a:p>
          </p:txBody>
        </p:sp>
        <p:grpSp>
          <p:nvGrpSpPr>
            <p:cNvPr id="9" name="Group 8"/>
            <p:cNvGrpSpPr/>
            <p:nvPr/>
          </p:nvGrpSpPr>
          <p:grpSpPr>
            <a:xfrm>
              <a:off x="7999" y="6472513"/>
              <a:ext cx="12188827" cy="377952"/>
              <a:chOff x="-1" y="6480048"/>
              <a:chExt cx="12188827" cy="377952"/>
            </a:xfrm>
          </p:grpSpPr>
          <p:sp>
            <p:nvSpPr>
              <p:cNvPr id="7" name="Rectangle 6"/>
              <p:cNvSpPr/>
              <p:nvPr/>
            </p:nvSpPr>
            <p:spPr>
              <a:xfrm>
                <a:off x="0" y="6583680"/>
                <a:ext cx="12188826" cy="274320"/>
              </a:xfrm>
              <a:prstGeom prst="rect">
                <a:avLst/>
              </a:prstGeom>
              <a:gradFill flip="none" rotWithShape="1">
                <a:gsLst>
                  <a:gs pos="100000">
                    <a:schemeClr val="accent1">
                      <a:alpha val="50000"/>
                    </a:schemeClr>
                  </a:gs>
                  <a:gs pos="0">
                    <a:schemeClr val="accent1">
                      <a:lumMod val="60000"/>
                      <a:lumOff val="40000"/>
                      <a:alpha val="5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a:p>
            </p:txBody>
          </p:sp>
          <p:sp>
            <p:nvSpPr>
              <p:cNvPr id="8" name="Rectangle 7"/>
              <p:cNvSpPr/>
              <p:nvPr/>
            </p:nvSpPr>
            <p:spPr>
              <a:xfrm>
                <a:off x="-1" y="6480048"/>
                <a:ext cx="12188826" cy="73152"/>
              </a:xfrm>
              <a:prstGeom prst="rect">
                <a:avLst/>
              </a:prstGeom>
              <a:gradFill flip="none" rotWithShape="1">
                <a:gsLst>
                  <a:gs pos="100000">
                    <a:schemeClr val="accent1">
                      <a:alpha val="80000"/>
                    </a:schemeClr>
                  </a:gs>
                  <a:gs pos="0">
                    <a:schemeClr val="accent1">
                      <a:lumMod val="60000"/>
                      <a:lumOff val="40000"/>
                      <a:alpha val="8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a:p>
            </p:txBody>
          </p:sp>
        </p:grpSp>
        <p:grpSp>
          <p:nvGrpSpPr>
            <p:cNvPr id="48" name="Group 47" hidden="1"/>
            <p:cNvGrpSpPr/>
            <p:nvPr/>
          </p:nvGrpSpPr>
          <p:grpSpPr>
            <a:xfrm>
              <a:off x="14350" y="-7605"/>
              <a:ext cx="11722100" cy="6536383"/>
              <a:chOff x="6350" y="6350"/>
              <a:chExt cx="11722100" cy="6536383"/>
            </a:xfrm>
          </p:grpSpPr>
          <p:grpSp>
            <p:nvGrpSpPr>
              <p:cNvPr id="11" name="Group 9"/>
              <p:cNvGrpSpPr>
                <a:grpSpLocks/>
              </p:cNvGrpSpPr>
              <p:nvPr/>
            </p:nvGrpSpPr>
            <p:grpSpPr bwMode="auto">
              <a:xfrm>
                <a:off x="6350" y="5340350"/>
                <a:ext cx="673100" cy="673100"/>
                <a:chOff x="4" y="3364"/>
                <a:chExt cx="424" cy="424"/>
              </a:xfrm>
            </p:grpSpPr>
            <p:sp>
              <p:nvSpPr>
                <p:cNvPr id="45" name="Oval 7"/>
                <p:cNvSpPr>
                  <a:spLocks noChangeArrowheads="1"/>
                </p:cNvSpPr>
                <p:nvPr/>
              </p:nvSpPr>
              <p:spPr bwMode="grayWhite">
                <a:xfrm>
                  <a:off x="4" y="3364"/>
                  <a:ext cx="424" cy="424"/>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 name="Oval 8"/>
                <p:cNvSpPr>
                  <a:spLocks noChangeArrowheads="1"/>
                </p:cNvSpPr>
                <p:nvPr/>
              </p:nvSpPr>
              <p:spPr bwMode="grayWhite">
                <a:xfrm>
                  <a:off x="100" y="3460"/>
                  <a:ext cx="63" cy="63"/>
                </a:xfrm>
                <a:prstGeom prst="ellipse">
                  <a:avLst/>
                </a:prstGeom>
                <a:solidFill>
                  <a:schemeClr val="tx1"/>
                </a:solid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2" name="Group 12"/>
              <p:cNvGrpSpPr>
                <a:grpSpLocks/>
              </p:cNvGrpSpPr>
              <p:nvPr/>
            </p:nvGrpSpPr>
            <p:grpSpPr bwMode="auto">
              <a:xfrm>
                <a:off x="539750" y="5873750"/>
                <a:ext cx="292100" cy="292100"/>
                <a:chOff x="340" y="3700"/>
                <a:chExt cx="184" cy="184"/>
              </a:xfrm>
            </p:grpSpPr>
            <p:sp>
              <p:nvSpPr>
                <p:cNvPr id="43" name="Oval 10"/>
                <p:cNvSpPr>
                  <a:spLocks noChangeArrowheads="1"/>
                </p:cNvSpPr>
                <p:nvPr/>
              </p:nvSpPr>
              <p:spPr bwMode="grayWhite">
                <a:xfrm>
                  <a:off x="340" y="3700"/>
                  <a:ext cx="184" cy="184"/>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 name="Oval 11"/>
                <p:cNvSpPr>
                  <a:spLocks noChangeArrowheads="1"/>
                </p:cNvSpPr>
                <p:nvPr/>
              </p:nvSpPr>
              <p:spPr bwMode="grayWhite">
                <a:xfrm>
                  <a:off x="382" y="3742"/>
                  <a:ext cx="24" cy="24"/>
                </a:xfrm>
                <a:prstGeom prst="ellipse">
                  <a:avLst/>
                </a:prstGeom>
                <a:solidFill>
                  <a:schemeClr val="tx1"/>
                </a:solid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3" name="Group 15"/>
              <p:cNvGrpSpPr>
                <a:grpSpLocks/>
              </p:cNvGrpSpPr>
              <p:nvPr/>
            </p:nvGrpSpPr>
            <p:grpSpPr bwMode="auto">
              <a:xfrm>
                <a:off x="131763" y="6038850"/>
                <a:ext cx="444500" cy="444500"/>
                <a:chOff x="83" y="3804"/>
                <a:chExt cx="280" cy="280"/>
              </a:xfrm>
            </p:grpSpPr>
            <p:sp>
              <p:nvSpPr>
                <p:cNvPr id="41" name="Oval 13"/>
                <p:cNvSpPr>
                  <a:spLocks noChangeArrowheads="1"/>
                </p:cNvSpPr>
                <p:nvPr/>
              </p:nvSpPr>
              <p:spPr bwMode="grayWhite">
                <a:xfrm>
                  <a:off x="83" y="3804"/>
                  <a:ext cx="280" cy="280"/>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 name="Oval 14"/>
                <p:cNvSpPr>
                  <a:spLocks noChangeArrowheads="1"/>
                </p:cNvSpPr>
                <p:nvPr/>
              </p:nvSpPr>
              <p:spPr bwMode="grayWhite">
                <a:xfrm>
                  <a:off x="147" y="3868"/>
                  <a:ext cx="39" cy="39"/>
                </a:xfrm>
                <a:prstGeom prst="ellipse">
                  <a:avLst/>
                </a:prstGeom>
                <a:solidFill>
                  <a:schemeClr val="tx1"/>
                </a:solid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4" name="Group 18"/>
              <p:cNvGrpSpPr>
                <a:grpSpLocks/>
              </p:cNvGrpSpPr>
              <p:nvPr/>
            </p:nvGrpSpPr>
            <p:grpSpPr bwMode="auto">
              <a:xfrm>
                <a:off x="2476500" y="6174433"/>
                <a:ext cx="368300" cy="368300"/>
                <a:chOff x="1560" y="4076"/>
                <a:chExt cx="232" cy="232"/>
              </a:xfrm>
            </p:grpSpPr>
            <p:sp>
              <p:nvSpPr>
                <p:cNvPr id="39" name="Oval 16"/>
                <p:cNvSpPr>
                  <a:spLocks noChangeArrowheads="1"/>
                </p:cNvSpPr>
                <p:nvPr/>
              </p:nvSpPr>
              <p:spPr bwMode="grayWhite">
                <a:xfrm>
                  <a:off x="1560" y="4076"/>
                  <a:ext cx="232" cy="232"/>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 name="Oval 17"/>
                <p:cNvSpPr>
                  <a:spLocks noChangeArrowheads="1"/>
                </p:cNvSpPr>
                <p:nvPr/>
              </p:nvSpPr>
              <p:spPr bwMode="grayWhite">
                <a:xfrm>
                  <a:off x="1613" y="4129"/>
                  <a:ext cx="32" cy="32"/>
                </a:xfrm>
                <a:prstGeom prst="ellipse">
                  <a:avLst/>
                </a:prstGeom>
                <a:solidFill>
                  <a:schemeClr val="tx1"/>
                </a:solid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5" name="Group 21"/>
              <p:cNvGrpSpPr>
                <a:grpSpLocks/>
              </p:cNvGrpSpPr>
              <p:nvPr/>
            </p:nvGrpSpPr>
            <p:grpSpPr bwMode="auto">
              <a:xfrm>
                <a:off x="6350" y="4425950"/>
                <a:ext cx="368300" cy="368300"/>
                <a:chOff x="4" y="2788"/>
                <a:chExt cx="232" cy="232"/>
              </a:xfrm>
            </p:grpSpPr>
            <p:sp>
              <p:nvSpPr>
                <p:cNvPr id="37" name="Oval 19"/>
                <p:cNvSpPr>
                  <a:spLocks noChangeArrowheads="1"/>
                </p:cNvSpPr>
                <p:nvPr/>
              </p:nvSpPr>
              <p:spPr bwMode="grayWhite">
                <a:xfrm>
                  <a:off x="4" y="2788"/>
                  <a:ext cx="232" cy="232"/>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 name="Oval 20"/>
                <p:cNvSpPr>
                  <a:spLocks noChangeArrowheads="1"/>
                </p:cNvSpPr>
                <p:nvPr/>
              </p:nvSpPr>
              <p:spPr bwMode="grayWhite">
                <a:xfrm>
                  <a:off x="57" y="2841"/>
                  <a:ext cx="32" cy="32"/>
                </a:xfrm>
                <a:prstGeom prst="ellipse">
                  <a:avLst/>
                </a:prstGeom>
                <a:solidFill>
                  <a:schemeClr val="tx1"/>
                </a:solid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6" name="Group 24"/>
              <p:cNvGrpSpPr>
                <a:grpSpLocks/>
              </p:cNvGrpSpPr>
              <p:nvPr/>
            </p:nvGrpSpPr>
            <p:grpSpPr bwMode="auto">
              <a:xfrm>
                <a:off x="10674350" y="5808663"/>
                <a:ext cx="673100" cy="673100"/>
                <a:chOff x="4132" y="3844"/>
                <a:chExt cx="424" cy="424"/>
              </a:xfrm>
            </p:grpSpPr>
            <p:sp>
              <p:nvSpPr>
                <p:cNvPr id="35" name="Oval 22"/>
                <p:cNvSpPr>
                  <a:spLocks noChangeArrowheads="1"/>
                </p:cNvSpPr>
                <p:nvPr/>
              </p:nvSpPr>
              <p:spPr bwMode="grayWhite">
                <a:xfrm>
                  <a:off x="4132" y="3844"/>
                  <a:ext cx="424" cy="424"/>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 name="Oval 23"/>
                <p:cNvSpPr>
                  <a:spLocks noChangeArrowheads="1"/>
                </p:cNvSpPr>
                <p:nvPr/>
              </p:nvSpPr>
              <p:spPr bwMode="grayWhite">
                <a:xfrm>
                  <a:off x="4228" y="3940"/>
                  <a:ext cx="63" cy="63"/>
                </a:xfrm>
                <a:prstGeom prst="ellipse">
                  <a:avLst/>
                </a:prstGeom>
                <a:solidFill>
                  <a:schemeClr val="tx1"/>
                </a:solid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7" name="Group 27"/>
              <p:cNvGrpSpPr>
                <a:grpSpLocks/>
              </p:cNvGrpSpPr>
              <p:nvPr/>
            </p:nvGrpSpPr>
            <p:grpSpPr bwMode="auto">
              <a:xfrm>
                <a:off x="10293350" y="6113463"/>
                <a:ext cx="368300" cy="368300"/>
                <a:chOff x="3892" y="4036"/>
                <a:chExt cx="232" cy="232"/>
              </a:xfrm>
            </p:grpSpPr>
            <p:sp>
              <p:nvSpPr>
                <p:cNvPr id="33" name="Oval 25"/>
                <p:cNvSpPr>
                  <a:spLocks noChangeArrowheads="1"/>
                </p:cNvSpPr>
                <p:nvPr/>
              </p:nvSpPr>
              <p:spPr bwMode="grayWhite">
                <a:xfrm>
                  <a:off x="3892" y="4036"/>
                  <a:ext cx="232" cy="232"/>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 name="Oval 26"/>
                <p:cNvSpPr>
                  <a:spLocks noChangeArrowheads="1"/>
                </p:cNvSpPr>
                <p:nvPr/>
              </p:nvSpPr>
              <p:spPr bwMode="grayWhite">
                <a:xfrm>
                  <a:off x="3945" y="4089"/>
                  <a:ext cx="32" cy="32"/>
                </a:xfrm>
                <a:prstGeom prst="ellipse">
                  <a:avLst/>
                </a:prstGeom>
                <a:solidFill>
                  <a:schemeClr val="tx1"/>
                </a:solid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8" name="Group 30"/>
              <p:cNvGrpSpPr>
                <a:grpSpLocks/>
              </p:cNvGrpSpPr>
              <p:nvPr/>
            </p:nvGrpSpPr>
            <p:grpSpPr bwMode="auto">
              <a:xfrm>
                <a:off x="11360150" y="5808663"/>
                <a:ext cx="368300" cy="368300"/>
                <a:chOff x="4564" y="3844"/>
                <a:chExt cx="232" cy="232"/>
              </a:xfrm>
            </p:grpSpPr>
            <p:sp>
              <p:nvSpPr>
                <p:cNvPr id="31" name="Oval 28"/>
                <p:cNvSpPr>
                  <a:spLocks noChangeArrowheads="1"/>
                </p:cNvSpPr>
                <p:nvPr/>
              </p:nvSpPr>
              <p:spPr bwMode="grayWhite">
                <a:xfrm>
                  <a:off x="4564" y="3844"/>
                  <a:ext cx="232" cy="232"/>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 name="Oval 29"/>
                <p:cNvSpPr>
                  <a:spLocks noChangeArrowheads="1"/>
                </p:cNvSpPr>
                <p:nvPr/>
              </p:nvSpPr>
              <p:spPr bwMode="grayWhite">
                <a:xfrm>
                  <a:off x="4617" y="3897"/>
                  <a:ext cx="32" cy="32"/>
                </a:xfrm>
                <a:prstGeom prst="ellipse">
                  <a:avLst/>
                </a:prstGeom>
                <a:solidFill>
                  <a:schemeClr val="tx1"/>
                </a:solid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9" name="Group 33"/>
              <p:cNvGrpSpPr>
                <a:grpSpLocks/>
              </p:cNvGrpSpPr>
              <p:nvPr/>
            </p:nvGrpSpPr>
            <p:grpSpPr bwMode="auto">
              <a:xfrm>
                <a:off x="11087100" y="1901952"/>
                <a:ext cx="520700" cy="520700"/>
                <a:chOff x="5420" y="1139"/>
                <a:chExt cx="328" cy="328"/>
              </a:xfrm>
            </p:grpSpPr>
            <p:sp>
              <p:nvSpPr>
                <p:cNvPr id="29" name="Oval 31"/>
                <p:cNvSpPr>
                  <a:spLocks noChangeArrowheads="1"/>
                </p:cNvSpPr>
                <p:nvPr/>
              </p:nvSpPr>
              <p:spPr bwMode="grayWhite">
                <a:xfrm>
                  <a:off x="5420" y="1139"/>
                  <a:ext cx="328" cy="328"/>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 name="Oval 32"/>
                <p:cNvSpPr>
                  <a:spLocks noChangeArrowheads="1"/>
                </p:cNvSpPr>
                <p:nvPr/>
              </p:nvSpPr>
              <p:spPr bwMode="grayWhite">
                <a:xfrm>
                  <a:off x="5495" y="1214"/>
                  <a:ext cx="47" cy="47"/>
                </a:xfrm>
                <a:prstGeom prst="ellipse">
                  <a:avLst/>
                </a:prstGeom>
                <a:solidFill>
                  <a:schemeClr val="tx1"/>
                </a:solid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0" name="Group 36"/>
              <p:cNvGrpSpPr>
                <a:grpSpLocks/>
              </p:cNvGrpSpPr>
              <p:nvPr/>
            </p:nvGrpSpPr>
            <p:grpSpPr bwMode="auto">
              <a:xfrm>
                <a:off x="11176000" y="2614739"/>
                <a:ext cx="215900" cy="215900"/>
                <a:chOff x="5476" y="1588"/>
                <a:chExt cx="136" cy="136"/>
              </a:xfrm>
            </p:grpSpPr>
            <p:sp>
              <p:nvSpPr>
                <p:cNvPr id="27" name="Oval 34"/>
                <p:cNvSpPr>
                  <a:spLocks noChangeArrowheads="1"/>
                </p:cNvSpPr>
                <p:nvPr/>
              </p:nvSpPr>
              <p:spPr bwMode="grayWhite">
                <a:xfrm>
                  <a:off x="5476" y="1588"/>
                  <a:ext cx="136" cy="136"/>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 name="Oval 35"/>
                <p:cNvSpPr>
                  <a:spLocks noChangeArrowheads="1"/>
                </p:cNvSpPr>
                <p:nvPr/>
              </p:nvSpPr>
              <p:spPr bwMode="grayWhite">
                <a:xfrm>
                  <a:off x="5508" y="1620"/>
                  <a:ext cx="16" cy="16"/>
                </a:xfrm>
                <a:prstGeom prst="ellipse">
                  <a:avLst/>
                </a:prstGeom>
                <a:solidFill>
                  <a:schemeClr val="tx1"/>
                </a:solid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1" name="Group 39"/>
              <p:cNvGrpSpPr>
                <a:grpSpLocks/>
              </p:cNvGrpSpPr>
              <p:nvPr/>
            </p:nvGrpSpPr>
            <p:grpSpPr bwMode="auto">
              <a:xfrm>
                <a:off x="1377950" y="6350"/>
                <a:ext cx="520700" cy="520700"/>
                <a:chOff x="868" y="4"/>
                <a:chExt cx="328" cy="328"/>
              </a:xfrm>
            </p:grpSpPr>
            <p:sp>
              <p:nvSpPr>
                <p:cNvPr id="25" name="Oval 37"/>
                <p:cNvSpPr>
                  <a:spLocks noChangeArrowheads="1"/>
                </p:cNvSpPr>
                <p:nvPr/>
              </p:nvSpPr>
              <p:spPr bwMode="grayWhite">
                <a:xfrm>
                  <a:off x="868" y="4"/>
                  <a:ext cx="328" cy="328"/>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 name="Oval 38"/>
                <p:cNvSpPr>
                  <a:spLocks noChangeArrowheads="1"/>
                </p:cNvSpPr>
                <p:nvPr/>
              </p:nvSpPr>
              <p:spPr bwMode="grayWhite">
                <a:xfrm>
                  <a:off x="942" y="78"/>
                  <a:ext cx="48" cy="48"/>
                </a:xfrm>
                <a:prstGeom prst="ellipse">
                  <a:avLst/>
                </a:prstGeom>
                <a:solidFill>
                  <a:schemeClr val="tx1"/>
                </a:solid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2" name="Group 42"/>
              <p:cNvGrpSpPr>
                <a:grpSpLocks/>
              </p:cNvGrpSpPr>
              <p:nvPr/>
            </p:nvGrpSpPr>
            <p:grpSpPr bwMode="auto">
              <a:xfrm>
                <a:off x="1911350" y="158750"/>
                <a:ext cx="368300" cy="368300"/>
                <a:chOff x="1204" y="100"/>
                <a:chExt cx="232" cy="232"/>
              </a:xfrm>
            </p:grpSpPr>
            <p:sp>
              <p:nvSpPr>
                <p:cNvPr id="23" name="Oval 40"/>
                <p:cNvSpPr>
                  <a:spLocks noChangeArrowheads="1"/>
                </p:cNvSpPr>
                <p:nvPr/>
              </p:nvSpPr>
              <p:spPr bwMode="grayWhite">
                <a:xfrm>
                  <a:off x="1204" y="100"/>
                  <a:ext cx="232" cy="232"/>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 name="Oval 41"/>
                <p:cNvSpPr>
                  <a:spLocks noChangeArrowheads="1"/>
                </p:cNvSpPr>
                <p:nvPr/>
              </p:nvSpPr>
              <p:spPr bwMode="grayWhite">
                <a:xfrm>
                  <a:off x="1257" y="153"/>
                  <a:ext cx="32" cy="32"/>
                </a:xfrm>
                <a:prstGeom prst="ellipse">
                  <a:avLst/>
                </a:prstGeom>
                <a:solidFill>
                  <a:schemeClr val="tx1"/>
                </a:solid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162" name="Group 161"/>
            <p:cNvGrpSpPr/>
            <p:nvPr/>
          </p:nvGrpSpPr>
          <p:grpSpPr>
            <a:xfrm>
              <a:off x="14350" y="-7605"/>
              <a:ext cx="11722100" cy="6536383"/>
              <a:chOff x="14350" y="-7605"/>
              <a:chExt cx="11722100" cy="6536383"/>
            </a:xfrm>
          </p:grpSpPr>
          <p:grpSp>
            <p:nvGrpSpPr>
              <p:cNvPr id="86" name="Group 85"/>
              <p:cNvGrpSpPr/>
              <p:nvPr/>
            </p:nvGrpSpPr>
            <p:grpSpPr>
              <a:xfrm>
                <a:off x="14350" y="5326395"/>
                <a:ext cx="673100" cy="673100"/>
                <a:chOff x="14350" y="5326395"/>
                <a:chExt cx="673100" cy="673100"/>
              </a:xfrm>
            </p:grpSpPr>
            <p:sp>
              <p:nvSpPr>
                <p:cNvPr id="83" name="Oval 7"/>
                <p:cNvSpPr>
                  <a:spLocks noChangeArrowheads="1"/>
                </p:cNvSpPr>
                <p:nvPr/>
              </p:nvSpPr>
              <p:spPr bwMode="grayWhite">
                <a:xfrm>
                  <a:off x="14350" y="5326395"/>
                  <a:ext cx="673100" cy="673100"/>
                </a:xfrm>
                <a:prstGeom prst="ellipse">
                  <a:avLst/>
                </a:prstGeom>
                <a:no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4" name="Oval 8"/>
                <p:cNvSpPr>
                  <a:spLocks noChangeArrowheads="1"/>
                </p:cNvSpPr>
                <p:nvPr/>
              </p:nvSpPr>
              <p:spPr bwMode="grayWhite">
                <a:xfrm>
                  <a:off x="166750" y="5478795"/>
                  <a:ext cx="100013" cy="100013"/>
                </a:xfrm>
                <a:prstGeom prst="ellipse">
                  <a:avLst/>
                </a:prstGeom>
                <a:solidFill>
                  <a:schemeClr val="accent1">
                    <a:lumMod val="60000"/>
                    <a:lumOff val="40000"/>
                  </a:schemeClr>
                </a:solidFill>
                <a:ln w="12700">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87" name="Group 86"/>
              <p:cNvGrpSpPr/>
              <p:nvPr/>
            </p:nvGrpSpPr>
            <p:grpSpPr>
              <a:xfrm>
                <a:off x="547750" y="5859795"/>
                <a:ext cx="292100" cy="292100"/>
                <a:chOff x="547750" y="5859795"/>
                <a:chExt cx="292100" cy="292100"/>
              </a:xfrm>
            </p:grpSpPr>
            <p:sp>
              <p:nvSpPr>
                <p:cNvPr id="81" name="Oval 10"/>
                <p:cNvSpPr>
                  <a:spLocks noChangeArrowheads="1"/>
                </p:cNvSpPr>
                <p:nvPr/>
              </p:nvSpPr>
              <p:spPr bwMode="grayWhite">
                <a:xfrm>
                  <a:off x="547750" y="5859795"/>
                  <a:ext cx="292100" cy="292100"/>
                </a:xfrm>
                <a:prstGeom prst="ellipse">
                  <a:avLst/>
                </a:prstGeom>
                <a:no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 name="Oval 11"/>
                <p:cNvSpPr>
                  <a:spLocks noChangeArrowheads="1"/>
                </p:cNvSpPr>
                <p:nvPr/>
              </p:nvSpPr>
              <p:spPr bwMode="grayWhite">
                <a:xfrm>
                  <a:off x="614425" y="5926470"/>
                  <a:ext cx="38100" cy="38100"/>
                </a:xfrm>
                <a:prstGeom prst="ellipse">
                  <a:avLst/>
                </a:prstGeom>
                <a:solidFill>
                  <a:schemeClr val="accent1">
                    <a:lumMod val="60000"/>
                    <a:lumOff val="40000"/>
                  </a:schemeClr>
                </a:solidFill>
                <a:ln w="12700">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88" name="Group 87"/>
              <p:cNvGrpSpPr/>
              <p:nvPr/>
            </p:nvGrpSpPr>
            <p:grpSpPr>
              <a:xfrm>
                <a:off x="139763" y="6024895"/>
                <a:ext cx="444500" cy="444500"/>
                <a:chOff x="139763" y="6024895"/>
                <a:chExt cx="444500" cy="444500"/>
              </a:xfrm>
            </p:grpSpPr>
            <p:sp>
              <p:nvSpPr>
                <p:cNvPr id="79" name="Oval 13"/>
                <p:cNvSpPr>
                  <a:spLocks noChangeArrowheads="1"/>
                </p:cNvSpPr>
                <p:nvPr/>
              </p:nvSpPr>
              <p:spPr bwMode="grayWhite">
                <a:xfrm>
                  <a:off x="139763" y="6024895"/>
                  <a:ext cx="444500" cy="444500"/>
                </a:xfrm>
                <a:prstGeom prst="ellipse">
                  <a:avLst/>
                </a:prstGeom>
                <a:no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 name="Oval 14"/>
                <p:cNvSpPr>
                  <a:spLocks noChangeArrowheads="1"/>
                </p:cNvSpPr>
                <p:nvPr/>
              </p:nvSpPr>
              <p:spPr bwMode="grayWhite">
                <a:xfrm>
                  <a:off x="241363" y="6126495"/>
                  <a:ext cx="61913" cy="61913"/>
                </a:xfrm>
                <a:prstGeom prst="ellipse">
                  <a:avLst/>
                </a:prstGeom>
                <a:solidFill>
                  <a:schemeClr val="accent1">
                    <a:lumMod val="60000"/>
                    <a:lumOff val="40000"/>
                  </a:schemeClr>
                </a:solidFill>
                <a:ln w="12700">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89" name="Group 88"/>
              <p:cNvGrpSpPr/>
              <p:nvPr/>
            </p:nvGrpSpPr>
            <p:grpSpPr>
              <a:xfrm>
                <a:off x="2484500" y="6160478"/>
                <a:ext cx="368300" cy="368300"/>
                <a:chOff x="2484500" y="6160478"/>
                <a:chExt cx="368300" cy="368300"/>
              </a:xfrm>
            </p:grpSpPr>
            <p:sp>
              <p:nvSpPr>
                <p:cNvPr id="77" name="Oval 16"/>
                <p:cNvSpPr>
                  <a:spLocks noChangeArrowheads="1"/>
                </p:cNvSpPr>
                <p:nvPr/>
              </p:nvSpPr>
              <p:spPr bwMode="grayWhite">
                <a:xfrm>
                  <a:off x="2484500" y="6160478"/>
                  <a:ext cx="368300" cy="368300"/>
                </a:xfrm>
                <a:prstGeom prst="ellipse">
                  <a:avLst/>
                </a:prstGeom>
                <a:no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8" name="Oval 17"/>
                <p:cNvSpPr>
                  <a:spLocks noChangeArrowheads="1"/>
                </p:cNvSpPr>
                <p:nvPr/>
              </p:nvSpPr>
              <p:spPr bwMode="grayWhite">
                <a:xfrm>
                  <a:off x="2568638" y="6244616"/>
                  <a:ext cx="50800" cy="50800"/>
                </a:xfrm>
                <a:prstGeom prst="ellipse">
                  <a:avLst/>
                </a:prstGeom>
                <a:solidFill>
                  <a:schemeClr val="accent1">
                    <a:lumMod val="60000"/>
                    <a:lumOff val="40000"/>
                  </a:schemeClr>
                </a:solidFill>
                <a:ln w="12700">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90" name="Group 89"/>
              <p:cNvGrpSpPr/>
              <p:nvPr/>
            </p:nvGrpSpPr>
            <p:grpSpPr>
              <a:xfrm>
                <a:off x="14350" y="4411995"/>
                <a:ext cx="368300" cy="368300"/>
                <a:chOff x="14350" y="4411995"/>
                <a:chExt cx="368300" cy="368300"/>
              </a:xfrm>
            </p:grpSpPr>
            <p:sp>
              <p:nvSpPr>
                <p:cNvPr id="75" name="Oval 19"/>
                <p:cNvSpPr>
                  <a:spLocks noChangeArrowheads="1"/>
                </p:cNvSpPr>
                <p:nvPr/>
              </p:nvSpPr>
              <p:spPr bwMode="grayWhite">
                <a:xfrm>
                  <a:off x="14350" y="4411995"/>
                  <a:ext cx="368300" cy="368300"/>
                </a:xfrm>
                <a:prstGeom prst="ellipse">
                  <a:avLst/>
                </a:prstGeom>
                <a:no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6" name="Oval 20"/>
                <p:cNvSpPr>
                  <a:spLocks noChangeArrowheads="1"/>
                </p:cNvSpPr>
                <p:nvPr/>
              </p:nvSpPr>
              <p:spPr bwMode="grayWhite">
                <a:xfrm>
                  <a:off x="98488" y="4496133"/>
                  <a:ext cx="50800" cy="50800"/>
                </a:xfrm>
                <a:prstGeom prst="ellipse">
                  <a:avLst/>
                </a:prstGeom>
                <a:solidFill>
                  <a:schemeClr val="accent1">
                    <a:lumMod val="60000"/>
                    <a:lumOff val="40000"/>
                  </a:schemeClr>
                </a:solidFill>
                <a:ln w="12700">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91" name="Group 90"/>
              <p:cNvGrpSpPr/>
              <p:nvPr/>
            </p:nvGrpSpPr>
            <p:grpSpPr>
              <a:xfrm>
                <a:off x="10682350" y="5794708"/>
                <a:ext cx="673100" cy="673100"/>
                <a:chOff x="10682350" y="5794708"/>
                <a:chExt cx="673100" cy="673100"/>
              </a:xfrm>
            </p:grpSpPr>
            <p:sp>
              <p:nvSpPr>
                <p:cNvPr id="73" name="Oval 22"/>
                <p:cNvSpPr>
                  <a:spLocks noChangeArrowheads="1"/>
                </p:cNvSpPr>
                <p:nvPr/>
              </p:nvSpPr>
              <p:spPr bwMode="grayWhite">
                <a:xfrm>
                  <a:off x="10682350" y="5794708"/>
                  <a:ext cx="673100" cy="673100"/>
                </a:xfrm>
                <a:prstGeom prst="ellipse">
                  <a:avLst/>
                </a:prstGeom>
                <a:no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 name="Oval 23"/>
                <p:cNvSpPr>
                  <a:spLocks noChangeArrowheads="1"/>
                </p:cNvSpPr>
                <p:nvPr/>
              </p:nvSpPr>
              <p:spPr bwMode="grayWhite">
                <a:xfrm>
                  <a:off x="10834750" y="5947108"/>
                  <a:ext cx="100013" cy="100013"/>
                </a:xfrm>
                <a:prstGeom prst="ellipse">
                  <a:avLst/>
                </a:prstGeom>
                <a:solidFill>
                  <a:schemeClr val="accent1">
                    <a:lumMod val="60000"/>
                    <a:lumOff val="40000"/>
                  </a:schemeClr>
                </a:solidFill>
                <a:ln w="12700">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92" name="Group 91"/>
              <p:cNvGrpSpPr/>
              <p:nvPr/>
            </p:nvGrpSpPr>
            <p:grpSpPr>
              <a:xfrm>
                <a:off x="10301350" y="6099508"/>
                <a:ext cx="368300" cy="368300"/>
                <a:chOff x="10301350" y="6099508"/>
                <a:chExt cx="368300" cy="368300"/>
              </a:xfrm>
            </p:grpSpPr>
            <p:sp>
              <p:nvSpPr>
                <p:cNvPr id="71" name="Oval 25"/>
                <p:cNvSpPr>
                  <a:spLocks noChangeArrowheads="1"/>
                </p:cNvSpPr>
                <p:nvPr/>
              </p:nvSpPr>
              <p:spPr bwMode="grayWhite">
                <a:xfrm>
                  <a:off x="10301350" y="6099508"/>
                  <a:ext cx="368300" cy="368300"/>
                </a:xfrm>
                <a:prstGeom prst="ellipse">
                  <a:avLst/>
                </a:prstGeom>
                <a:no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 name="Oval 26"/>
                <p:cNvSpPr>
                  <a:spLocks noChangeArrowheads="1"/>
                </p:cNvSpPr>
                <p:nvPr/>
              </p:nvSpPr>
              <p:spPr bwMode="grayWhite">
                <a:xfrm>
                  <a:off x="10385488" y="6183646"/>
                  <a:ext cx="50800" cy="50800"/>
                </a:xfrm>
                <a:prstGeom prst="ellipse">
                  <a:avLst/>
                </a:prstGeom>
                <a:solidFill>
                  <a:schemeClr val="accent1">
                    <a:lumMod val="60000"/>
                    <a:lumOff val="40000"/>
                  </a:schemeClr>
                </a:solidFill>
                <a:ln w="12700">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93" name="Group 92"/>
              <p:cNvGrpSpPr/>
              <p:nvPr/>
            </p:nvGrpSpPr>
            <p:grpSpPr>
              <a:xfrm>
                <a:off x="11368150" y="5794708"/>
                <a:ext cx="368300" cy="368300"/>
                <a:chOff x="11368150" y="5794708"/>
                <a:chExt cx="368300" cy="368300"/>
              </a:xfrm>
            </p:grpSpPr>
            <p:sp>
              <p:nvSpPr>
                <p:cNvPr id="69" name="Oval 28"/>
                <p:cNvSpPr>
                  <a:spLocks noChangeArrowheads="1"/>
                </p:cNvSpPr>
                <p:nvPr/>
              </p:nvSpPr>
              <p:spPr bwMode="grayWhite">
                <a:xfrm>
                  <a:off x="11368150" y="5794708"/>
                  <a:ext cx="368300" cy="368300"/>
                </a:xfrm>
                <a:prstGeom prst="ellipse">
                  <a:avLst/>
                </a:prstGeom>
                <a:no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0" name="Oval 29"/>
                <p:cNvSpPr>
                  <a:spLocks noChangeArrowheads="1"/>
                </p:cNvSpPr>
                <p:nvPr/>
              </p:nvSpPr>
              <p:spPr bwMode="grayWhite">
                <a:xfrm>
                  <a:off x="11452288" y="5878846"/>
                  <a:ext cx="50800" cy="50800"/>
                </a:xfrm>
                <a:prstGeom prst="ellipse">
                  <a:avLst/>
                </a:prstGeom>
                <a:solidFill>
                  <a:schemeClr val="accent1">
                    <a:lumMod val="60000"/>
                    <a:lumOff val="40000"/>
                  </a:schemeClr>
                </a:solidFill>
                <a:ln w="12700">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94" name="Group 93"/>
              <p:cNvGrpSpPr/>
              <p:nvPr/>
            </p:nvGrpSpPr>
            <p:grpSpPr>
              <a:xfrm>
                <a:off x="11095100" y="1887997"/>
                <a:ext cx="520700" cy="520700"/>
                <a:chOff x="11095100" y="1887997"/>
                <a:chExt cx="520700" cy="520700"/>
              </a:xfrm>
            </p:grpSpPr>
            <p:sp>
              <p:nvSpPr>
                <p:cNvPr id="67" name="Oval 31"/>
                <p:cNvSpPr>
                  <a:spLocks noChangeArrowheads="1"/>
                </p:cNvSpPr>
                <p:nvPr/>
              </p:nvSpPr>
              <p:spPr bwMode="grayWhite">
                <a:xfrm>
                  <a:off x="11095100" y="1887997"/>
                  <a:ext cx="520700" cy="520700"/>
                </a:xfrm>
                <a:prstGeom prst="ellipse">
                  <a:avLst/>
                </a:prstGeom>
                <a:no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8" name="Oval 32"/>
                <p:cNvSpPr>
                  <a:spLocks noChangeArrowheads="1"/>
                </p:cNvSpPr>
                <p:nvPr/>
              </p:nvSpPr>
              <p:spPr bwMode="grayWhite">
                <a:xfrm>
                  <a:off x="11214163" y="2007060"/>
                  <a:ext cx="74613" cy="74613"/>
                </a:xfrm>
                <a:prstGeom prst="ellipse">
                  <a:avLst/>
                </a:prstGeom>
                <a:solidFill>
                  <a:schemeClr val="accent1">
                    <a:lumMod val="60000"/>
                    <a:lumOff val="40000"/>
                  </a:schemeClr>
                </a:solidFill>
                <a:ln w="12700">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95" name="Group 94"/>
              <p:cNvGrpSpPr/>
              <p:nvPr/>
            </p:nvGrpSpPr>
            <p:grpSpPr>
              <a:xfrm>
                <a:off x="11184000" y="2600784"/>
                <a:ext cx="215900" cy="215900"/>
                <a:chOff x="11184000" y="2600784"/>
                <a:chExt cx="215900" cy="215900"/>
              </a:xfrm>
            </p:grpSpPr>
            <p:sp>
              <p:nvSpPr>
                <p:cNvPr id="65" name="Oval 34"/>
                <p:cNvSpPr>
                  <a:spLocks noChangeArrowheads="1"/>
                </p:cNvSpPr>
                <p:nvPr/>
              </p:nvSpPr>
              <p:spPr bwMode="grayWhite">
                <a:xfrm>
                  <a:off x="11184000" y="2600784"/>
                  <a:ext cx="215900" cy="215900"/>
                </a:xfrm>
                <a:prstGeom prst="ellipse">
                  <a:avLst/>
                </a:prstGeom>
                <a:no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6" name="Oval 35"/>
                <p:cNvSpPr>
                  <a:spLocks noChangeArrowheads="1"/>
                </p:cNvSpPr>
                <p:nvPr/>
              </p:nvSpPr>
              <p:spPr bwMode="grayWhite">
                <a:xfrm>
                  <a:off x="11234800" y="2651584"/>
                  <a:ext cx="25400" cy="25400"/>
                </a:xfrm>
                <a:prstGeom prst="ellipse">
                  <a:avLst/>
                </a:prstGeom>
                <a:solidFill>
                  <a:schemeClr val="accent1">
                    <a:lumMod val="60000"/>
                    <a:lumOff val="40000"/>
                  </a:schemeClr>
                </a:solidFill>
                <a:ln w="12700">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60" name="Group 159"/>
              <p:cNvGrpSpPr/>
              <p:nvPr/>
            </p:nvGrpSpPr>
            <p:grpSpPr>
              <a:xfrm>
                <a:off x="1385950" y="-7605"/>
                <a:ext cx="520700" cy="520700"/>
                <a:chOff x="1385950" y="-7605"/>
                <a:chExt cx="520700" cy="520700"/>
              </a:xfrm>
            </p:grpSpPr>
            <p:sp>
              <p:nvSpPr>
                <p:cNvPr id="63" name="Oval 37"/>
                <p:cNvSpPr>
                  <a:spLocks noChangeArrowheads="1"/>
                </p:cNvSpPr>
                <p:nvPr/>
              </p:nvSpPr>
              <p:spPr bwMode="grayWhite">
                <a:xfrm>
                  <a:off x="1385950" y="-7605"/>
                  <a:ext cx="520700" cy="520700"/>
                </a:xfrm>
                <a:prstGeom prst="ellipse">
                  <a:avLst/>
                </a:prstGeom>
                <a:no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 name="Oval 38"/>
                <p:cNvSpPr>
                  <a:spLocks noChangeArrowheads="1"/>
                </p:cNvSpPr>
                <p:nvPr/>
              </p:nvSpPr>
              <p:spPr bwMode="grayWhite">
                <a:xfrm>
                  <a:off x="1503425" y="109870"/>
                  <a:ext cx="76200" cy="76200"/>
                </a:xfrm>
                <a:prstGeom prst="ellipse">
                  <a:avLst/>
                </a:prstGeom>
                <a:solidFill>
                  <a:schemeClr val="accent1">
                    <a:lumMod val="60000"/>
                    <a:lumOff val="40000"/>
                  </a:schemeClr>
                </a:solidFill>
                <a:ln w="12700">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61" name="Group 160"/>
              <p:cNvGrpSpPr/>
              <p:nvPr/>
            </p:nvGrpSpPr>
            <p:grpSpPr>
              <a:xfrm>
                <a:off x="1919350" y="144795"/>
                <a:ext cx="368300" cy="368300"/>
                <a:chOff x="1919350" y="144795"/>
                <a:chExt cx="368300" cy="368300"/>
              </a:xfrm>
            </p:grpSpPr>
            <p:sp>
              <p:nvSpPr>
                <p:cNvPr id="61" name="Oval 40"/>
                <p:cNvSpPr>
                  <a:spLocks noChangeArrowheads="1"/>
                </p:cNvSpPr>
                <p:nvPr/>
              </p:nvSpPr>
              <p:spPr bwMode="grayWhite">
                <a:xfrm>
                  <a:off x="1919350" y="144795"/>
                  <a:ext cx="368300" cy="368300"/>
                </a:xfrm>
                <a:prstGeom prst="ellipse">
                  <a:avLst/>
                </a:prstGeom>
                <a:no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 name="Oval 41"/>
                <p:cNvSpPr>
                  <a:spLocks noChangeArrowheads="1"/>
                </p:cNvSpPr>
                <p:nvPr/>
              </p:nvSpPr>
              <p:spPr bwMode="grayWhite">
                <a:xfrm>
                  <a:off x="2003488" y="228933"/>
                  <a:ext cx="50800" cy="50800"/>
                </a:xfrm>
                <a:prstGeom prst="ellipse">
                  <a:avLst/>
                </a:prstGeom>
                <a:solidFill>
                  <a:schemeClr val="accent1">
                    <a:lumMod val="60000"/>
                    <a:lumOff val="40000"/>
                  </a:schemeClr>
                </a:solidFill>
                <a:ln w="12700">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sp>
        <p:nvSpPr>
          <p:cNvPr id="2" name="Title Placeholder 1"/>
          <p:cNvSpPr>
            <a:spLocks noGrp="1"/>
          </p:cNvSpPr>
          <p:nvPr>
            <p:ph type="title"/>
          </p:nvPr>
        </p:nvSpPr>
        <p:spPr>
          <a:xfrm>
            <a:off x="1341120" y="467360"/>
            <a:ext cx="9509760" cy="1233424"/>
          </a:xfrm>
          <a:prstGeom prst="rect">
            <a:avLst/>
          </a:prstGeom>
        </p:spPr>
        <p:txBody>
          <a:bodyPr vert="horz" lIns="91440" tIns="45720" rIns="91440" bIns="45720" rtlCol="0" anchor="b">
            <a:normAutofit/>
          </a:bodyPr>
          <a:lstStyle/>
          <a:p>
            <a:r>
              <a:rPr lang="en-US"/>
              <a:t>Click to edit Master title style</a:t>
            </a:r>
            <a:endParaRPr dirty="0"/>
          </a:p>
        </p:txBody>
      </p:sp>
      <p:sp>
        <p:nvSpPr>
          <p:cNvPr id="3" name="Text Placeholder 2"/>
          <p:cNvSpPr>
            <a:spLocks noGrp="1"/>
          </p:cNvSpPr>
          <p:nvPr>
            <p:ph type="body" idx="1"/>
          </p:nvPr>
        </p:nvSpPr>
        <p:spPr>
          <a:xfrm>
            <a:off x="1341120" y="1901952"/>
            <a:ext cx="9509760" cy="412762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1341120" y="6598763"/>
            <a:ext cx="7159752" cy="237744"/>
          </a:xfrm>
          <a:prstGeom prst="rect">
            <a:avLst/>
          </a:prstGeom>
        </p:spPr>
        <p:txBody>
          <a:bodyPr vert="horz" lIns="91440" tIns="45720" rIns="91440" bIns="45720" rtlCol="0" anchor="ctr"/>
          <a:lstStyle>
            <a:lvl1pPr algn="l">
              <a:defRPr sz="1100">
                <a:solidFill>
                  <a:schemeClr val="tx1"/>
                </a:solidFill>
              </a:defRPr>
            </a:lvl1pPr>
          </a:lstStyle>
          <a:p>
            <a:r>
              <a:rPr lang="en-US" dirty="0"/>
              <a:t>Add a footer</a:t>
            </a:r>
          </a:p>
        </p:txBody>
      </p:sp>
      <p:sp>
        <p:nvSpPr>
          <p:cNvPr id="4" name="Date Placeholder 3"/>
          <p:cNvSpPr>
            <a:spLocks noGrp="1"/>
          </p:cNvSpPr>
          <p:nvPr>
            <p:ph type="dt" sz="half" idx="2"/>
          </p:nvPr>
        </p:nvSpPr>
        <p:spPr>
          <a:xfrm>
            <a:off x="8875776" y="6598763"/>
            <a:ext cx="960120" cy="237744"/>
          </a:xfrm>
          <a:prstGeom prst="rect">
            <a:avLst/>
          </a:prstGeom>
        </p:spPr>
        <p:txBody>
          <a:bodyPr vert="horz" lIns="91440" tIns="45720" rIns="91440" bIns="45720" rtlCol="0" anchor="ctr"/>
          <a:lstStyle>
            <a:lvl1pPr algn="r">
              <a:defRPr sz="1100">
                <a:solidFill>
                  <a:schemeClr val="tx1"/>
                </a:solidFill>
              </a:defRPr>
            </a:lvl1pPr>
          </a:lstStyle>
          <a:p>
            <a:fld id="{513C09FF-A05A-44B7-B7F9-9715502B619B}" type="datetime1">
              <a:rPr lang="en-US" smtClean="0"/>
              <a:pPr/>
              <a:t>12/2/2025</a:t>
            </a:fld>
            <a:endParaRPr lang="en-US"/>
          </a:p>
        </p:txBody>
      </p:sp>
      <p:sp>
        <p:nvSpPr>
          <p:cNvPr id="6" name="Slide Number Placeholder 5"/>
          <p:cNvSpPr>
            <a:spLocks noGrp="1"/>
          </p:cNvSpPr>
          <p:nvPr>
            <p:ph type="sldNum" sz="quarter" idx="4"/>
          </p:nvPr>
        </p:nvSpPr>
        <p:spPr>
          <a:xfrm>
            <a:off x="10210800" y="6598763"/>
            <a:ext cx="640080" cy="237744"/>
          </a:xfrm>
          <a:prstGeom prst="rect">
            <a:avLst/>
          </a:prstGeom>
        </p:spPr>
        <p:txBody>
          <a:bodyPr vert="horz" lIns="91440" tIns="45720" rIns="91440" bIns="45720" rtlCol="0" anchor="ctr"/>
          <a:lstStyle>
            <a:lvl1pPr algn="r">
              <a:defRPr sz="1100">
                <a:solidFill>
                  <a:schemeClr val="tx1"/>
                </a:solidFill>
              </a:defRPr>
            </a:lvl1pPr>
          </a:lstStyle>
          <a:p>
            <a:fld id="{FC749032-2A07-4AE8-BA90-74324CAE0C87}" type="slidenum">
              <a:rPr lang="en-US" smtClean="0"/>
              <a:pPr/>
              <a:t>‹#›</a:t>
            </a:fld>
            <a:endParaRPr lang="en-US"/>
          </a:p>
        </p:txBody>
      </p:sp>
    </p:spTree>
    <p:extLst>
      <p:ext uri="{BB962C8B-B14F-4D97-AF65-F5344CB8AC3E}">
        <p14:creationId xmlns:p14="http://schemas.microsoft.com/office/powerpoint/2010/main" val="678658418"/>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400" b="1" kern="1200">
          <a:solidFill>
            <a:schemeClr val="tx2"/>
          </a:solidFill>
          <a:latin typeface="+mj-lt"/>
          <a:ea typeface="+mj-ea"/>
          <a:cs typeface="+mj-cs"/>
        </a:defRPr>
      </a:lvl1pPr>
    </p:titleStyle>
    <p:bodyStyle>
      <a:lvl1pPr marL="274320" indent="-228600" algn="l" defTabSz="914400" rtl="0" eaLnBrk="1" latinLnBrk="0" hangingPunct="1">
        <a:lnSpc>
          <a:spcPct val="90000"/>
        </a:lnSpc>
        <a:spcBef>
          <a:spcPts val="1800"/>
        </a:spcBef>
        <a:buClr>
          <a:schemeClr val="accent2">
            <a:lumMod val="75000"/>
          </a:schemeClr>
        </a:buClr>
        <a:buSzPct val="80000"/>
        <a:buFont typeface="Courier New" panose="02070309020205020404" pitchFamily="49" charset="0"/>
        <a:buChar char="o"/>
        <a:defRPr sz="2000" kern="1200">
          <a:solidFill>
            <a:schemeClr val="tx2"/>
          </a:solidFill>
          <a:latin typeface="+mn-lt"/>
          <a:ea typeface="+mn-ea"/>
          <a:cs typeface="+mn-cs"/>
        </a:defRPr>
      </a:lvl1pPr>
      <a:lvl2pPr marL="594360" indent="-228600" algn="l" defTabSz="914400" rtl="0" eaLnBrk="1" latinLnBrk="0" hangingPunct="1">
        <a:lnSpc>
          <a:spcPct val="90000"/>
        </a:lnSpc>
        <a:spcBef>
          <a:spcPts val="1000"/>
        </a:spcBef>
        <a:buClr>
          <a:schemeClr val="accent2">
            <a:lumMod val="75000"/>
          </a:schemeClr>
        </a:buClr>
        <a:buSzPct val="80000"/>
        <a:buFont typeface="Courier New" panose="02070309020205020404" pitchFamily="49" charset="0"/>
        <a:buChar char="o"/>
        <a:defRPr sz="1800" kern="1200">
          <a:solidFill>
            <a:schemeClr val="tx2"/>
          </a:solidFill>
          <a:latin typeface="+mn-lt"/>
          <a:ea typeface="+mn-ea"/>
          <a:cs typeface="+mn-cs"/>
        </a:defRPr>
      </a:lvl2pPr>
      <a:lvl3pPr marL="914400" indent="-228600" algn="l" defTabSz="914400" rtl="0" eaLnBrk="1" latinLnBrk="0" hangingPunct="1">
        <a:lnSpc>
          <a:spcPct val="90000"/>
        </a:lnSpc>
        <a:spcBef>
          <a:spcPts val="800"/>
        </a:spcBef>
        <a:buClr>
          <a:schemeClr val="accent2">
            <a:lumMod val="75000"/>
          </a:schemeClr>
        </a:buClr>
        <a:buSzPct val="80000"/>
        <a:buFont typeface="Courier New" panose="02070309020205020404" pitchFamily="49" charset="0"/>
        <a:buChar char="o"/>
        <a:defRPr sz="1600" kern="1200">
          <a:solidFill>
            <a:schemeClr val="tx2"/>
          </a:solidFill>
          <a:latin typeface="+mn-lt"/>
          <a:ea typeface="+mn-ea"/>
          <a:cs typeface="+mn-cs"/>
        </a:defRPr>
      </a:lvl3pPr>
      <a:lvl4pPr marL="1234440" indent="-228600" algn="l" defTabSz="914400" rtl="0" eaLnBrk="1" latinLnBrk="0" hangingPunct="1">
        <a:lnSpc>
          <a:spcPct val="90000"/>
        </a:lnSpc>
        <a:spcBef>
          <a:spcPts val="800"/>
        </a:spcBef>
        <a:buClr>
          <a:schemeClr val="accent2">
            <a:lumMod val="75000"/>
          </a:schemeClr>
        </a:buClr>
        <a:buSzPct val="80000"/>
        <a:buFont typeface="Courier New" panose="02070309020205020404" pitchFamily="49" charset="0"/>
        <a:buChar char="o"/>
        <a:defRPr sz="1400" kern="1200">
          <a:solidFill>
            <a:schemeClr val="tx2"/>
          </a:solidFill>
          <a:latin typeface="+mn-lt"/>
          <a:ea typeface="+mn-ea"/>
          <a:cs typeface="+mn-cs"/>
        </a:defRPr>
      </a:lvl4pPr>
      <a:lvl5pPr marL="1554480" indent="-228600" algn="l" defTabSz="914400" rtl="0" eaLnBrk="1" latinLnBrk="0" hangingPunct="1">
        <a:lnSpc>
          <a:spcPct val="90000"/>
        </a:lnSpc>
        <a:spcBef>
          <a:spcPts val="800"/>
        </a:spcBef>
        <a:buClr>
          <a:schemeClr val="accent2">
            <a:lumMod val="75000"/>
          </a:schemeClr>
        </a:buClr>
        <a:buSzPct val="80000"/>
        <a:buFont typeface="Courier New" panose="02070309020205020404" pitchFamily="49" charset="0"/>
        <a:buChar char="o"/>
        <a:defRPr sz="1400" kern="1200">
          <a:solidFill>
            <a:schemeClr val="tx2"/>
          </a:solidFill>
          <a:latin typeface="+mn-lt"/>
          <a:ea typeface="+mn-ea"/>
          <a:cs typeface="+mn-cs"/>
        </a:defRPr>
      </a:lvl5pPr>
      <a:lvl6pPr marL="1874520" indent="-228600" algn="l" defTabSz="914400" rtl="0" eaLnBrk="1" latinLnBrk="0" hangingPunct="1">
        <a:lnSpc>
          <a:spcPct val="90000"/>
        </a:lnSpc>
        <a:spcBef>
          <a:spcPts val="800"/>
        </a:spcBef>
        <a:buClr>
          <a:schemeClr val="accent2">
            <a:lumMod val="75000"/>
          </a:schemeClr>
        </a:buClr>
        <a:buSzPct val="80000"/>
        <a:buFont typeface="Courier New" panose="02070309020205020404" pitchFamily="49" charset="0"/>
        <a:buChar char="o"/>
        <a:defRPr sz="1400" kern="1200">
          <a:solidFill>
            <a:schemeClr val="tx2"/>
          </a:solidFill>
          <a:latin typeface="+mn-lt"/>
          <a:ea typeface="+mn-ea"/>
          <a:cs typeface="+mn-cs"/>
        </a:defRPr>
      </a:lvl6pPr>
      <a:lvl7pPr marL="2194560" indent="-228600" algn="l" defTabSz="914400" rtl="0" eaLnBrk="1" latinLnBrk="0" hangingPunct="1">
        <a:lnSpc>
          <a:spcPct val="90000"/>
        </a:lnSpc>
        <a:spcBef>
          <a:spcPts val="800"/>
        </a:spcBef>
        <a:buClr>
          <a:schemeClr val="accent2">
            <a:lumMod val="75000"/>
          </a:schemeClr>
        </a:buClr>
        <a:buSzPct val="80000"/>
        <a:buFont typeface="Courier New" panose="02070309020205020404" pitchFamily="49" charset="0"/>
        <a:buChar char="o"/>
        <a:defRPr sz="1400" kern="1200">
          <a:solidFill>
            <a:schemeClr val="tx2"/>
          </a:solidFill>
          <a:latin typeface="+mn-lt"/>
          <a:ea typeface="+mn-ea"/>
          <a:cs typeface="+mn-cs"/>
        </a:defRPr>
      </a:lvl7pPr>
      <a:lvl8pPr marL="2514600" indent="-228600" algn="l" defTabSz="914400" rtl="0" eaLnBrk="1" latinLnBrk="0" hangingPunct="1">
        <a:lnSpc>
          <a:spcPct val="90000"/>
        </a:lnSpc>
        <a:spcBef>
          <a:spcPts val="800"/>
        </a:spcBef>
        <a:buClr>
          <a:schemeClr val="accent2">
            <a:lumMod val="75000"/>
          </a:schemeClr>
        </a:buClr>
        <a:buSzPct val="80000"/>
        <a:buFont typeface="Courier New" panose="02070309020205020404" pitchFamily="49" charset="0"/>
        <a:buChar char="o"/>
        <a:defRPr sz="1400" kern="1200">
          <a:solidFill>
            <a:schemeClr val="tx2"/>
          </a:solidFill>
          <a:latin typeface="+mn-lt"/>
          <a:ea typeface="+mn-ea"/>
          <a:cs typeface="+mn-cs"/>
        </a:defRPr>
      </a:lvl8pPr>
      <a:lvl9pPr marL="2606040" indent="0" algn="l" defTabSz="914400" rtl="0" eaLnBrk="1" latinLnBrk="0" hangingPunct="1">
        <a:lnSpc>
          <a:spcPct val="90000"/>
        </a:lnSpc>
        <a:spcBef>
          <a:spcPts val="800"/>
        </a:spcBef>
        <a:buClr>
          <a:schemeClr val="accent2">
            <a:lumMod val="75000"/>
          </a:schemeClr>
        </a:buClr>
        <a:buSzPct val="80000"/>
        <a:buFont typeface="Courier New" panose="02070309020205020404" pitchFamily="49" charset="0"/>
        <a:buNone/>
        <a:defRPr sz="1400" kern="1200">
          <a:solidFill>
            <a:schemeClr val="tx2"/>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izardzines.com/comics/memory-allocation/"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Programming Fundamentals</a:t>
            </a:r>
          </a:p>
        </p:txBody>
      </p:sp>
      <p:sp>
        <p:nvSpPr>
          <p:cNvPr id="7" name="Subtitle 6"/>
          <p:cNvSpPr>
            <a:spLocks noGrp="1"/>
          </p:cNvSpPr>
          <p:nvPr>
            <p:ph type="subTitle" idx="1"/>
          </p:nvPr>
        </p:nvSpPr>
        <p:spPr/>
        <p:txBody>
          <a:bodyPr>
            <a:normAutofit/>
          </a:bodyPr>
          <a:lstStyle/>
          <a:p>
            <a:r>
              <a:rPr lang="en-US" dirty="0"/>
              <a:t>Week – 15</a:t>
            </a:r>
          </a:p>
          <a:p>
            <a:endParaRPr lang="en-US" dirty="0"/>
          </a:p>
          <a:p>
            <a:r>
              <a:rPr lang="en-US" sz="1400" dirty="0"/>
              <a:t>by Abeeha Sattar</a:t>
            </a:r>
          </a:p>
        </p:txBody>
      </p:sp>
    </p:spTree>
    <p:extLst>
      <p:ext uri="{BB962C8B-B14F-4D97-AF65-F5344CB8AC3E}">
        <p14:creationId xmlns:p14="http://schemas.microsoft.com/office/powerpoint/2010/main" val="3998018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90FC0-FF9D-717C-CE50-D9A433EAE547}"/>
              </a:ext>
            </a:extLst>
          </p:cNvPr>
          <p:cNvSpPr>
            <a:spLocks noGrp="1"/>
          </p:cNvSpPr>
          <p:nvPr>
            <p:ph type="title"/>
          </p:nvPr>
        </p:nvSpPr>
        <p:spPr/>
        <p:txBody>
          <a:bodyPr/>
          <a:lstStyle/>
          <a:p>
            <a:r>
              <a:rPr lang="en-US" dirty="0"/>
              <a:t>Dynamic Memory Allocation</a:t>
            </a:r>
          </a:p>
        </p:txBody>
      </p:sp>
      <p:sp>
        <p:nvSpPr>
          <p:cNvPr id="3" name="Content Placeholder 2">
            <a:extLst>
              <a:ext uri="{FF2B5EF4-FFF2-40B4-BE49-F238E27FC236}">
                <a16:creationId xmlns:a16="http://schemas.microsoft.com/office/drawing/2014/main" id="{E554F05C-3B51-7F23-6333-BAF51E88D236}"/>
              </a:ext>
            </a:extLst>
          </p:cNvPr>
          <p:cNvSpPr>
            <a:spLocks noGrp="1"/>
          </p:cNvSpPr>
          <p:nvPr>
            <p:ph idx="1"/>
          </p:nvPr>
        </p:nvSpPr>
        <p:spPr/>
        <p:txBody>
          <a:bodyPr/>
          <a:lstStyle/>
          <a:p>
            <a:r>
              <a:rPr lang="en-US" dirty="0"/>
              <a:t>Remember the stuff with “stack” and “heap”?</a:t>
            </a:r>
          </a:p>
          <a:p>
            <a:endParaRPr lang="en-US" dirty="0"/>
          </a:p>
          <a:p>
            <a:r>
              <a:rPr lang="en-US" dirty="0"/>
              <a:t>We said that variable allocated inside functions, or as parameters were created within the stack.</a:t>
            </a:r>
          </a:p>
          <a:p>
            <a:endParaRPr lang="en-US" dirty="0"/>
          </a:p>
          <a:p>
            <a:r>
              <a:rPr lang="en-US" dirty="0"/>
              <a:t>Now, let’s talk about a different type of memory allocation.</a:t>
            </a:r>
          </a:p>
          <a:p>
            <a:endParaRPr lang="en-US" dirty="0"/>
          </a:p>
          <a:p>
            <a:r>
              <a:rPr lang="en-US" dirty="0"/>
              <a:t>What if you want to create something at runtime? You can’t do this inside the code. </a:t>
            </a:r>
          </a:p>
        </p:txBody>
      </p:sp>
    </p:spTree>
    <p:extLst>
      <p:ext uri="{BB962C8B-B14F-4D97-AF65-F5344CB8AC3E}">
        <p14:creationId xmlns:p14="http://schemas.microsoft.com/office/powerpoint/2010/main" val="1186167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38BDD-916D-5608-E5C3-D49596A514BC}"/>
              </a:ext>
            </a:extLst>
          </p:cNvPr>
          <p:cNvSpPr>
            <a:spLocks noGrp="1"/>
          </p:cNvSpPr>
          <p:nvPr>
            <p:ph type="title"/>
          </p:nvPr>
        </p:nvSpPr>
        <p:spPr/>
        <p:txBody>
          <a:bodyPr/>
          <a:lstStyle/>
          <a:p>
            <a:r>
              <a:rPr lang="en-US" dirty="0"/>
              <a:t>So, how does DMA work?</a:t>
            </a:r>
          </a:p>
        </p:txBody>
      </p:sp>
      <p:sp>
        <p:nvSpPr>
          <p:cNvPr id="3" name="Content Placeholder 2">
            <a:extLst>
              <a:ext uri="{FF2B5EF4-FFF2-40B4-BE49-F238E27FC236}">
                <a16:creationId xmlns:a16="http://schemas.microsoft.com/office/drawing/2014/main" id="{4A07CF33-9A80-5BA5-E71A-CCB5BC7C4FC2}"/>
              </a:ext>
            </a:extLst>
          </p:cNvPr>
          <p:cNvSpPr>
            <a:spLocks noGrp="1"/>
          </p:cNvSpPr>
          <p:nvPr>
            <p:ph idx="1"/>
          </p:nvPr>
        </p:nvSpPr>
        <p:spPr/>
        <p:txBody>
          <a:bodyPr/>
          <a:lstStyle/>
          <a:p>
            <a:r>
              <a:rPr lang="en-US" dirty="0"/>
              <a:t>If you only want to allocate memory when it is needed, then DMA is the way to go.</a:t>
            </a:r>
          </a:p>
          <a:p>
            <a:r>
              <a:rPr lang="en-US" dirty="0"/>
              <a:t>The memory also exists “outside of” functions – aka, not on the stack. It exists on the “heap”.</a:t>
            </a:r>
          </a:p>
          <a:p>
            <a:r>
              <a:rPr lang="en-US" dirty="0"/>
              <a:t>This means, after a function exits, if I created something on the heap, it does not get destroyed along with other static function variables.</a:t>
            </a:r>
          </a:p>
        </p:txBody>
      </p:sp>
    </p:spTree>
    <p:extLst>
      <p:ext uri="{BB962C8B-B14F-4D97-AF65-F5344CB8AC3E}">
        <p14:creationId xmlns:p14="http://schemas.microsoft.com/office/powerpoint/2010/main" val="2151090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CBF02-0E1F-AA9E-A5EB-318BE8D18A3A}"/>
              </a:ext>
            </a:extLst>
          </p:cNvPr>
          <p:cNvSpPr>
            <a:spLocks noGrp="1"/>
          </p:cNvSpPr>
          <p:nvPr>
            <p:ph type="title"/>
          </p:nvPr>
        </p:nvSpPr>
        <p:spPr>
          <a:xfrm>
            <a:off x="1341120" y="467360"/>
            <a:ext cx="9509760" cy="1233424"/>
          </a:xfrm>
        </p:spPr>
        <p:txBody>
          <a:bodyPr/>
          <a:lstStyle/>
          <a:p>
            <a:r>
              <a:rPr lang="en-US"/>
              <a:t>DMA – the Functions that Help with this…</a:t>
            </a:r>
            <a:endParaRPr lang="en-US" dirty="0"/>
          </a:p>
        </p:txBody>
      </p:sp>
      <p:sp>
        <p:nvSpPr>
          <p:cNvPr id="3" name="Content Placeholder 2">
            <a:extLst>
              <a:ext uri="{FF2B5EF4-FFF2-40B4-BE49-F238E27FC236}">
                <a16:creationId xmlns:a16="http://schemas.microsoft.com/office/drawing/2014/main" id="{10EA9120-4039-958B-E9C9-A9700E8A07A1}"/>
              </a:ext>
            </a:extLst>
          </p:cNvPr>
          <p:cNvSpPr>
            <a:spLocks noGrp="1"/>
          </p:cNvSpPr>
          <p:nvPr>
            <p:ph idx="1"/>
          </p:nvPr>
        </p:nvSpPr>
        <p:spPr>
          <a:xfrm>
            <a:off x="1341120" y="1901952"/>
            <a:ext cx="9509760" cy="4127627"/>
          </a:xfrm>
        </p:spPr>
        <p:txBody>
          <a:bodyPr/>
          <a:lstStyle/>
          <a:p>
            <a:r>
              <a:rPr lang="en-US" dirty="0"/>
              <a:t>malloc()</a:t>
            </a:r>
          </a:p>
          <a:p>
            <a:r>
              <a:rPr lang="en-US" dirty="0" err="1"/>
              <a:t>calloc</a:t>
            </a:r>
            <a:r>
              <a:rPr lang="en-US" dirty="0"/>
              <a:t>()</a:t>
            </a:r>
          </a:p>
          <a:p>
            <a:r>
              <a:rPr lang="en-US" dirty="0" err="1"/>
              <a:t>realloc</a:t>
            </a:r>
            <a:r>
              <a:rPr lang="en-US" dirty="0"/>
              <a:t>()</a:t>
            </a:r>
          </a:p>
          <a:p>
            <a:r>
              <a:rPr lang="en-US" dirty="0"/>
              <a:t>free()</a:t>
            </a:r>
          </a:p>
          <a:p>
            <a:endParaRPr lang="en-US" dirty="0"/>
          </a:p>
          <a:p>
            <a:r>
              <a:rPr lang="en-US" dirty="0"/>
              <a:t>These functions exist in </a:t>
            </a:r>
            <a:r>
              <a:rPr lang="en-US" dirty="0" err="1"/>
              <a:t>stdlib.h</a:t>
            </a:r>
            <a:r>
              <a:rPr lang="en-US" dirty="0"/>
              <a:t>, and help you manage the program memory during runtime.</a:t>
            </a:r>
          </a:p>
        </p:txBody>
      </p:sp>
    </p:spTree>
    <p:extLst>
      <p:ext uri="{BB962C8B-B14F-4D97-AF65-F5344CB8AC3E}">
        <p14:creationId xmlns:p14="http://schemas.microsoft.com/office/powerpoint/2010/main" val="2066011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25B85-44C5-505D-C65A-A1292BBD5FFA}"/>
              </a:ext>
            </a:extLst>
          </p:cNvPr>
          <p:cNvSpPr>
            <a:spLocks noGrp="1"/>
          </p:cNvSpPr>
          <p:nvPr>
            <p:ph type="title"/>
          </p:nvPr>
        </p:nvSpPr>
        <p:spPr>
          <a:xfrm>
            <a:off x="1341120" y="0"/>
            <a:ext cx="9509760" cy="639064"/>
          </a:xfrm>
        </p:spPr>
        <p:txBody>
          <a:bodyPr/>
          <a:lstStyle/>
          <a:p>
            <a:pPr algn="ctr"/>
            <a:r>
              <a:rPr lang="en-US" dirty="0">
                <a:solidFill>
                  <a:schemeClr val="accent1">
                    <a:lumMod val="50000"/>
                  </a:schemeClr>
                </a:solidFill>
                <a:hlinkClick r:id="rId2">
                  <a:extLst>
                    <a:ext uri="{A12FA001-AC4F-418D-AE19-62706E023703}">
                      <ahyp:hlinkClr xmlns:ahyp="http://schemas.microsoft.com/office/drawing/2018/hyperlinkcolor" val="tx"/>
                    </a:ext>
                  </a:extLst>
                </a:hlinkClick>
              </a:rPr>
              <a:t>Memory Allocation</a:t>
            </a:r>
            <a:endParaRPr lang="en-US" dirty="0">
              <a:solidFill>
                <a:schemeClr val="accent1">
                  <a:lumMod val="50000"/>
                </a:schemeClr>
              </a:solidFill>
            </a:endParaRPr>
          </a:p>
        </p:txBody>
      </p:sp>
      <p:pic>
        <p:nvPicPr>
          <p:cNvPr id="1026" name="Picture 2" descr="Image of a comic. To read the full HTML alt text, click &quot;read the transcript&quot;.">
            <a:extLst>
              <a:ext uri="{FF2B5EF4-FFF2-40B4-BE49-F238E27FC236}">
                <a16:creationId xmlns:a16="http://schemas.microsoft.com/office/drawing/2014/main" id="{560D3AFB-AF5D-126A-DAC9-153429524BF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191528" y="713232"/>
            <a:ext cx="7808943" cy="60576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4287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8337F-C8B0-93ED-8CF3-01F9D6F27532}"/>
              </a:ext>
            </a:extLst>
          </p:cNvPr>
          <p:cNvSpPr>
            <a:spLocks noGrp="1"/>
          </p:cNvSpPr>
          <p:nvPr>
            <p:ph type="title"/>
          </p:nvPr>
        </p:nvSpPr>
        <p:spPr/>
        <p:txBody>
          <a:bodyPr/>
          <a:lstStyle/>
          <a:p>
            <a:r>
              <a:rPr lang="en-US" dirty="0"/>
              <a:t>The ‘malloc’ Function</a:t>
            </a:r>
          </a:p>
        </p:txBody>
      </p:sp>
      <p:sp>
        <p:nvSpPr>
          <p:cNvPr id="3" name="Content Placeholder 2">
            <a:extLst>
              <a:ext uri="{FF2B5EF4-FFF2-40B4-BE49-F238E27FC236}">
                <a16:creationId xmlns:a16="http://schemas.microsoft.com/office/drawing/2014/main" id="{82FA8300-5363-C1F3-E40C-601B6C7323D5}"/>
              </a:ext>
            </a:extLst>
          </p:cNvPr>
          <p:cNvSpPr>
            <a:spLocks noGrp="1"/>
          </p:cNvSpPr>
          <p:nvPr>
            <p:ph idx="1"/>
          </p:nvPr>
        </p:nvSpPr>
        <p:spPr/>
        <p:txBody>
          <a:bodyPr/>
          <a:lstStyle/>
          <a:p>
            <a:r>
              <a:rPr lang="en-US" dirty="0"/>
              <a:t>Memory allocation – malloc</a:t>
            </a:r>
          </a:p>
          <a:p>
            <a:r>
              <a:rPr lang="en-US" dirty="0"/>
              <a:t>It is responsible for memory allocations.</a:t>
            </a:r>
          </a:p>
          <a:p>
            <a:r>
              <a:rPr lang="en-US" dirty="0"/>
              <a:t>It accepts the size of memory(int bytes) that you want to allocate.</a:t>
            </a:r>
          </a:p>
          <a:p>
            <a:r>
              <a:rPr lang="en-US" dirty="0"/>
              <a:t>It returns a void pointer.</a:t>
            </a:r>
          </a:p>
          <a:p>
            <a:r>
              <a:rPr lang="en-US" dirty="0"/>
              <a:t>This void pointer can then be cast into a pointer of your choice…</a:t>
            </a:r>
          </a:p>
          <a:p>
            <a:endParaRPr lang="en-US" dirty="0"/>
          </a:p>
          <a:p>
            <a:pPr marL="45720" indent="0" algn="ctr">
              <a:buNone/>
            </a:pPr>
            <a:r>
              <a:rPr lang="en-US" b="1" dirty="0">
                <a:latin typeface="Consolas" panose="020B0609020204030204" pitchFamily="49" charset="0"/>
              </a:rPr>
              <a:t>type *</a:t>
            </a:r>
            <a:r>
              <a:rPr lang="en-US" b="1" dirty="0" err="1">
                <a:latin typeface="Consolas" panose="020B0609020204030204" pitchFamily="49" charset="0"/>
              </a:rPr>
              <a:t>ptr</a:t>
            </a:r>
            <a:r>
              <a:rPr lang="en-US" b="1" dirty="0">
                <a:latin typeface="Consolas" panose="020B0609020204030204" pitchFamily="49" charset="0"/>
              </a:rPr>
              <a:t> = (*type) malloc (size)</a:t>
            </a:r>
          </a:p>
        </p:txBody>
      </p:sp>
    </p:spTree>
    <p:extLst>
      <p:ext uri="{BB962C8B-B14F-4D97-AF65-F5344CB8AC3E}">
        <p14:creationId xmlns:p14="http://schemas.microsoft.com/office/powerpoint/2010/main" val="2473014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1433A-4A55-573D-23AC-6DD889BF9175}"/>
              </a:ext>
            </a:extLst>
          </p:cNvPr>
          <p:cNvSpPr>
            <a:spLocks noGrp="1"/>
          </p:cNvSpPr>
          <p:nvPr>
            <p:ph type="title"/>
          </p:nvPr>
        </p:nvSpPr>
        <p:spPr/>
        <p:txBody>
          <a:bodyPr/>
          <a:lstStyle/>
          <a:p>
            <a:r>
              <a:rPr lang="en-US" dirty="0"/>
              <a:t>Examples</a:t>
            </a:r>
          </a:p>
        </p:txBody>
      </p:sp>
      <p:sp>
        <p:nvSpPr>
          <p:cNvPr id="3" name="Content Placeholder 2">
            <a:extLst>
              <a:ext uri="{FF2B5EF4-FFF2-40B4-BE49-F238E27FC236}">
                <a16:creationId xmlns:a16="http://schemas.microsoft.com/office/drawing/2014/main" id="{1630873E-4E56-4E73-8738-16739EB4990E}"/>
              </a:ext>
            </a:extLst>
          </p:cNvPr>
          <p:cNvSpPr>
            <a:spLocks noGrp="1"/>
          </p:cNvSpPr>
          <p:nvPr>
            <p:ph idx="1"/>
          </p:nvPr>
        </p:nvSpPr>
        <p:spPr/>
        <p:txBody>
          <a:bodyPr/>
          <a:lstStyle/>
          <a:p>
            <a:r>
              <a:rPr lang="en-US" dirty="0"/>
              <a:t>Allocate memory equal to </a:t>
            </a:r>
            <a:r>
              <a:rPr lang="en-US" b="1" dirty="0"/>
              <a:t>4 bytes</a:t>
            </a:r>
            <a:r>
              <a:rPr lang="en-US" dirty="0"/>
              <a:t>, then cast the void pointer to </a:t>
            </a:r>
            <a:r>
              <a:rPr lang="en-US" b="1" dirty="0"/>
              <a:t>int*</a:t>
            </a:r>
          </a:p>
          <a:p>
            <a:pPr marL="45720" indent="0">
              <a:buNone/>
            </a:pPr>
            <a:r>
              <a:rPr lang="en-US" dirty="0"/>
              <a:t>		</a:t>
            </a:r>
            <a:r>
              <a:rPr lang="en-US" b="1" dirty="0">
                <a:latin typeface="Consolas" panose="020B0609020204030204" pitchFamily="49" charset="0"/>
              </a:rPr>
              <a:t>int *</a:t>
            </a:r>
            <a:r>
              <a:rPr lang="en-US" b="1" dirty="0" err="1">
                <a:latin typeface="Consolas" panose="020B0609020204030204" pitchFamily="49" charset="0"/>
              </a:rPr>
              <a:t>ptr</a:t>
            </a:r>
            <a:r>
              <a:rPr lang="en-US" b="1" dirty="0">
                <a:latin typeface="Consolas" panose="020B0609020204030204" pitchFamily="49" charset="0"/>
              </a:rPr>
              <a:t> = (int*) malloc(</a:t>
            </a:r>
            <a:r>
              <a:rPr lang="en-US" b="1" dirty="0" err="1">
                <a:latin typeface="Consolas" panose="020B0609020204030204" pitchFamily="49" charset="0"/>
              </a:rPr>
              <a:t>sizeof</a:t>
            </a:r>
            <a:r>
              <a:rPr lang="en-US" b="1" dirty="0">
                <a:latin typeface="Consolas" panose="020B0609020204030204" pitchFamily="49" charset="0"/>
              </a:rPr>
              <a:t>(int));</a:t>
            </a:r>
          </a:p>
          <a:p>
            <a:r>
              <a:rPr lang="en-US" dirty="0"/>
              <a:t>Allocate memory equal to </a:t>
            </a:r>
            <a:r>
              <a:rPr lang="en-US" b="1" dirty="0"/>
              <a:t>400 bytes</a:t>
            </a:r>
            <a:r>
              <a:rPr lang="en-US" dirty="0"/>
              <a:t>, then cast the void pointer to </a:t>
            </a:r>
            <a:r>
              <a:rPr lang="en-US" b="1" dirty="0"/>
              <a:t>float*</a:t>
            </a:r>
          </a:p>
          <a:p>
            <a:pPr marL="45720" indent="0">
              <a:buNone/>
            </a:pPr>
            <a:r>
              <a:rPr lang="en-US" b="1" dirty="0"/>
              <a:t>		</a:t>
            </a:r>
            <a:r>
              <a:rPr lang="en-US" b="1" dirty="0">
                <a:latin typeface="Consolas" panose="020B0609020204030204" pitchFamily="49" charset="0"/>
              </a:rPr>
              <a:t>float *</a:t>
            </a:r>
            <a:r>
              <a:rPr lang="en-US" b="1" dirty="0" err="1">
                <a:latin typeface="Consolas" panose="020B0609020204030204" pitchFamily="49" charset="0"/>
              </a:rPr>
              <a:t>f_ptr</a:t>
            </a:r>
            <a:r>
              <a:rPr lang="en-US" b="1" dirty="0">
                <a:latin typeface="Consolas" panose="020B0609020204030204" pitchFamily="49" charset="0"/>
              </a:rPr>
              <a:t> = (float*) malloc(</a:t>
            </a:r>
            <a:r>
              <a:rPr lang="en-US" b="1" dirty="0" err="1">
                <a:latin typeface="Consolas" panose="020B0609020204030204" pitchFamily="49" charset="0"/>
              </a:rPr>
              <a:t>sizeof</a:t>
            </a:r>
            <a:r>
              <a:rPr lang="en-US" b="1" dirty="0">
                <a:latin typeface="Consolas" panose="020B0609020204030204" pitchFamily="49" charset="0"/>
              </a:rPr>
              <a:t>(float));</a:t>
            </a:r>
            <a:endParaRPr lang="en-US" b="1" dirty="0"/>
          </a:p>
          <a:p>
            <a:endParaRPr lang="en-US" dirty="0"/>
          </a:p>
          <a:p>
            <a:r>
              <a:rPr lang="en-US" dirty="0"/>
              <a:t>Can do the same for any other data type.</a:t>
            </a:r>
            <a:endParaRPr lang="en-US" b="1" dirty="0"/>
          </a:p>
        </p:txBody>
      </p:sp>
    </p:spTree>
    <p:extLst>
      <p:ext uri="{BB962C8B-B14F-4D97-AF65-F5344CB8AC3E}">
        <p14:creationId xmlns:p14="http://schemas.microsoft.com/office/powerpoint/2010/main" val="3525997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D7F07-166D-F114-1D00-3B3EF6A2EA40}"/>
              </a:ext>
            </a:extLst>
          </p:cNvPr>
          <p:cNvSpPr>
            <a:spLocks noGrp="1"/>
          </p:cNvSpPr>
          <p:nvPr>
            <p:ph type="title"/>
          </p:nvPr>
        </p:nvSpPr>
        <p:spPr/>
        <p:txBody>
          <a:bodyPr/>
          <a:lstStyle/>
          <a:p>
            <a:r>
              <a:rPr lang="en-US" dirty="0"/>
              <a:t>The ‘</a:t>
            </a:r>
            <a:r>
              <a:rPr lang="en-US" dirty="0" err="1"/>
              <a:t>calloc</a:t>
            </a:r>
            <a:r>
              <a:rPr lang="en-US" dirty="0"/>
              <a:t>’ Function</a:t>
            </a:r>
          </a:p>
        </p:txBody>
      </p:sp>
      <p:sp>
        <p:nvSpPr>
          <p:cNvPr id="3" name="Content Placeholder 2">
            <a:extLst>
              <a:ext uri="{FF2B5EF4-FFF2-40B4-BE49-F238E27FC236}">
                <a16:creationId xmlns:a16="http://schemas.microsoft.com/office/drawing/2014/main" id="{858CA4D9-27A4-03C2-0641-D99AEDC5CF5B}"/>
              </a:ext>
            </a:extLst>
          </p:cNvPr>
          <p:cNvSpPr>
            <a:spLocks noGrp="1"/>
          </p:cNvSpPr>
          <p:nvPr>
            <p:ph idx="1"/>
          </p:nvPr>
        </p:nvSpPr>
        <p:spPr/>
        <p:txBody>
          <a:bodyPr/>
          <a:lstStyle/>
          <a:p>
            <a:r>
              <a:rPr lang="en-US" dirty="0"/>
              <a:t>Contiguous allocation – </a:t>
            </a:r>
            <a:r>
              <a:rPr lang="en-US" dirty="0" err="1"/>
              <a:t>calloc</a:t>
            </a:r>
            <a:endParaRPr lang="en-US" dirty="0"/>
          </a:p>
          <a:p>
            <a:r>
              <a:rPr lang="en-US" dirty="0"/>
              <a:t>Along with allocating memory, it allocates the memory as “elements” – like in an array.</a:t>
            </a:r>
          </a:p>
          <a:p>
            <a:r>
              <a:rPr lang="en-US" dirty="0"/>
              <a:t>It also initializes everything within the allocated memory to 0.</a:t>
            </a:r>
          </a:p>
          <a:p>
            <a:endParaRPr lang="en-US" dirty="0"/>
          </a:p>
          <a:p>
            <a:r>
              <a:rPr lang="en-US" dirty="0"/>
              <a:t>It accepts the number of total elements and the size of each element.</a:t>
            </a:r>
          </a:p>
          <a:p>
            <a:r>
              <a:rPr lang="en-US" dirty="0"/>
              <a:t>It returns a void pointer to the first index.</a:t>
            </a:r>
          </a:p>
          <a:p>
            <a:pPr marL="45720" indent="0" algn="ctr">
              <a:buNone/>
            </a:pPr>
            <a:r>
              <a:rPr lang="en-US" b="1" dirty="0">
                <a:latin typeface="Consolas" panose="020B0609020204030204" pitchFamily="49" charset="0"/>
              </a:rPr>
              <a:t>type *</a:t>
            </a:r>
            <a:r>
              <a:rPr lang="en-US" b="1" dirty="0" err="1">
                <a:latin typeface="Consolas" panose="020B0609020204030204" pitchFamily="49" charset="0"/>
              </a:rPr>
              <a:t>ptr</a:t>
            </a:r>
            <a:r>
              <a:rPr lang="en-US" b="1" dirty="0">
                <a:latin typeface="Consolas" panose="020B0609020204030204" pitchFamily="49" charset="0"/>
              </a:rPr>
              <a:t> = (type*) </a:t>
            </a:r>
            <a:r>
              <a:rPr lang="en-US" b="1" dirty="0" err="1">
                <a:latin typeface="Consolas" panose="020B0609020204030204" pitchFamily="49" charset="0"/>
              </a:rPr>
              <a:t>calloc</a:t>
            </a:r>
            <a:r>
              <a:rPr lang="en-US" b="1" dirty="0">
                <a:latin typeface="Consolas" panose="020B0609020204030204" pitchFamily="49" charset="0"/>
              </a:rPr>
              <a:t>(</a:t>
            </a:r>
            <a:r>
              <a:rPr lang="en-US" b="1" dirty="0" err="1">
                <a:latin typeface="Consolas" panose="020B0609020204030204" pitchFamily="49" charset="0"/>
              </a:rPr>
              <a:t>num_elements</a:t>
            </a:r>
            <a:r>
              <a:rPr lang="en-US" b="1" dirty="0">
                <a:latin typeface="Consolas" panose="020B0609020204030204" pitchFamily="49" charset="0"/>
              </a:rPr>
              <a:t>, </a:t>
            </a:r>
            <a:r>
              <a:rPr lang="en-US" b="1" dirty="0" err="1">
                <a:latin typeface="Consolas" panose="020B0609020204030204" pitchFamily="49" charset="0"/>
              </a:rPr>
              <a:t>size_of_element</a:t>
            </a:r>
            <a:r>
              <a:rPr lang="en-US" b="1" dirty="0">
                <a:latin typeface="Consolas" panose="020B0609020204030204" pitchFamily="49" charset="0"/>
              </a:rPr>
              <a:t>);</a:t>
            </a:r>
          </a:p>
        </p:txBody>
      </p:sp>
    </p:spTree>
    <p:extLst>
      <p:ext uri="{BB962C8B-B14F-4D97-AF65-F5344CB8AC3E}">
        <p14:creationId xmlns:p14="http://schemas.microsoft.com/office/powerpoint/2010/main" val="1830167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ADCC9-D506-751D-93E0-1C722DEEB23E}"/>
              </a:ext>
            </a:extLst>
          </p:cNvPr>
          <p:cNvSpPr>
            <a:spLocks noGrp="1"/>
          </p:cNvSpPr>
          <p:nvPr>
            <p:ph type="title"/>
          </p:nvPr>
        </p:nvSpPr>
        <p:spPr/>
        <p:txBody>
          <a:bodyPr/>
          <a:lstStyle/>
          <a:p>
            <a:r>
              <a:rPr lang="en-US" dirty="0"/>
              <a:t>Examples</a:t>
            </a:r>
          </a:p>
        </p:txBody>
      </p:sp>
      <p:sp>
        <p:nvSpPr>
          <p:cNvPr id="3" name="Content Placeholder 2">
            <a:extLst>
              <a:ext uri="{FF2B5EF4-FFF2-40B4-BE49-F238E27FC236}">
                <a16:creationId xmlns:a16="http://schemas.microsoft.com/office/drawing/2014/main" id="{5BD9AA98-BF20-7A1D-E8E3-B2D8F323D3F0}"/>
              </a:ext>
            </a:extLst>
          </p:cNvPr>
          <p:cNvSpPr>
            <a:spLocks noGrp="1"/>
          </p:cNvSpPr>
          <p:nvPr>
            <p:ph idx="1"/>
          </p:nvPr>
        </p:nvSpPr>
        <p:spPr/>
        <p:txBody>
          <a:bodyPr/>
          <a:lstStyle/>
          <a:p>
            <a:r>
              <a:rPr lang="en-US" dirty="0"/>
              <a:t>A dynamic array of 100 integers</a:t>
            </a:r>
          </a:p>
          <a:p>
            <a:pPr marL="45720" indent="0" algn="ctr">
              <a:buNone/>
            </a:pPr>
            <a:r>
              <a:rPr lang="en-US" b="1" dirty="0">
                <a:latin typeface="Consolas" panose="020B0609020204030204" pitchFamily="49" charset="0"/>
              </a:rPr>
              <a:t>int *</a:t>
            </a:r>
            <a:r>
              <a:rPr lang="en-US" b="1" dirty="0" err="1">
                <a:latin typeface="Consolas" panose="020B0609020204030204" pitchFamily="49" charset="0"/>
              </a:rPr>
              <a:t>i_arr</a:t>
            </a:r>
            <a:r>
              <a:rPr lang="en-US" b="1" dirty="0">
                <a:latin typeface="Consolas" panose="020B0609020204030204" pitchFamily="49" charset="0"/>
              </a:rPr>
              <a:t> = (int*) </a:t>
            </a:r>
            <a:r>
              <a:rPr lang="en-US" b="1" dirty="0" err="1">
                <a:latin typeface="Consolas" panose="020B0609020204030204" pitchFamily="49" charset="0"/>
              </a:rPr>
              <a:t>calloc</a:t>
            </a:r>
            <a:r>
              <a:rPr lang="en-US" b="1" dirty="0">
                <a:latin typeface="Consolas" panose="020B0609020204030204" pitchFamily="49" charset="0"/>
              </a:rPr>
              <a:t> (100, </a:t>
            </a:r>
            <a:r>
              <a:rPr lang="en-US" b="1" dirty="0" err="1">
                <a:latin typeface="Consolas" panose="020B0609020204030204" pitchFamily="49" charset="0"/>
              </a:rPr>
              <a:t>sizeof</a:t>
            </a:r>
            <a:r>
              <a:rPr lang="en-US" b="1" dirty="0">
                <a:latin typeface="Consolas" panose="020B0609020204030204" pitchFamily="49" charset="0"/>
              </a:rPr>
              <a:t>(int));</a:t>
            </a:r>
          </a:p>
          <a:p>
            <a:r>
              <a:rPr lang="en-US" dirty="0"/>
              <a:t>A dynamic array of 100 floats</a:t>
            </a:r>
          </a:p>
          <a:p>
            <a:pPr marL="45720" indent="0" algn="ctr">
              <a:buNone/>
            </a:pPr>
            <a:r>
              <a:rPr lang="en-US" b="1" dirty="0">
                <a:latin typeface="Consolas" panose="020B0609020204030204" pitchFamily="49" charset="0"/>
              </a:rPr>
              <a:t>float *</a:t>
            </a:r>
            <a:r>
              <a:rPr lang="en-US" b="1" dirty="0" err="1">
                <a:latin typeface="Consolas" panose="020B0609020204030204" pitchFamily="49" charset="0"/>
              </a:rPr>
              <a:t>f_arr</a:t>
            </a:r>
            <a:r>
              <a:rPr lang="en-US" b="1" dirty="0">
                <a:latin typeface="Consolas" panose="020B0609020204030204" pitchFamily="49" charset="0"/>
              </a:rPr>
              <a:t> = (float*) </a:t>
            </a:r>
            <a:r>
              <a:rPr lang="en-US" b="1" dirty="0" err="1">
                <a:latin typeface="Consolas" panose="020B0609020204030204" pitchFamily="49" charset="0"/>
              </a:rPr>
              <a:t>calloc</a:t>
            </a:r>
            <a:r>
              <a:rPr lang="en-US" b="1" dirty="0">
                <a:latin typeface="Consolas" panose="020B0609020204030204" pitchFamily="49" charset="0"/>
              </a:rPr>
              <a:t> (100, </a:t>
            </a:r>
            <a:r>
              <a:rPr lang="en-US" b="1" dirty="0" err="1">
                <a:latin typeface="Consolas" panose="020B0609020204030204" pitchFamily="49" charset="0"/>
              </a:rPr>
              <a:t>sizeof</a:t>
            </a:r>
            <a:r>
              <a:rPr lang="en-US" b="1" dirty="0">
                <a:latin typeface="Consolas" panose="020B0609020204030204" pitchFamily="49" charset="0"/>
              </a:rPr>
              <a:t>(float));</a:t>
            </a:r>
          </a:p>
        </p:txBody>
      </p:sp>
    </p:spTree>
    <p:extLst>
      <p:ext uri="{BB962C8B-B14F-4D97-AF65-F5344CB8AC3E}">
        <p14:creationId xmlns:p14="http://schemas.microsoft.com/office/powerpoint/2010/main" val="2705800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1ED78-548C-42FE-38A1-B4B92F1C9B78}"/>
              </a:ext>
            </a:extLst>
          </p:cNvPr>
          <p:cNvSpPr>
            <a:spLocks noGrp="1"/>
          </p:cNvSpPr>
          <p:nvPr>
            <p:ph type="title"/>
          </p:nvPr>
        </p:nvSpPr>
        <p:spPr/>
        <p:txBody>
          <a:bodyPr/>
          <a:lstStyle/>
          <a:p>
            <a:r>
              <a:rPr lang="en-US" dirty="0"/>
              <a:t>The ‘</a:t>
            </a:r>
            <a:r>
              <a:rPr lang="en-US" dirty="0" err="1"/>
              <a:t>realloc</a:t>
            </a:r>
            <a:r>
              <a:rPr lang="en-US" dirty="0"/>
              <a:t>’ Function</a:t>
            </a:r>
          </a:p>
        </p:txBody>
      </p:sp>
      <p:sp>
        <p:nvSpPr>
          <p:cNvPr id="3" name="Content Placeholder 2">
            <a:extLst>
              <a:ext uri="{FF2B5EF4-FFF2-40B4-BE49-F238E27FC236}">
                <a16:creationId xmlns:a16="http://schemas.microsoft.com/office/drawing/2014/main" id="{69CE4458-6C8A-6B3C-8BF0-A174CF777620}"/>
              </a:ext>
            </a:extLst>
          </p:cNvPr>
          <p:cNvSpPr>
            <a:spLocks noGrp="1"/>
          </p:cNvSpPr>
          <p:nvPr>
            <p:ph idx="1"/>
          </p:nvPr>
        </p:nvSpPr>
        <p:spPr/>
        <p:txBody>
          <a:bodyPr/>
          <a:lstStyle/>
          <a:p>
            <a:r>
              <a:rPr lang="en-US" dirty="0"/>
              <a:t>If the dynamically allocated memory is insufficient or more than required, you can change the size of previously allocated memory using the </a:t>
            </a:r>
            <a:r>
              <a:rPr lang="en-US" dirty="0" err="1"/>
              <a:t>realloc</a:t>
            </a:r>
            <a:r>
              <a:rPr lang="en-US" dirty="0"/>
              <a:t>() function.</a:t>
            </a:r>
          </a:p>
          <a:p>
            <a:r>
              <a:rPr lang="en-US" dirty="0"/>
              <a:t>If enough space doesn’t exist in memory of current block to extend, new block is allocated for the full size of reallocation, then copies the existing data to new block and then frees the old block. </a:t>
            </a:r>
          </a:p>
          <a:p>
            <a:r>
              <a:rPr lang="en-US" dirty="0"/>
              <a:t>Returns </a:t>
            </a:r>
            <a:r>
              <a:rPr lang="en-US" b="1" dirty="0"/>
              <a:t>NULL</a:t>
            </a:r>
            <a:r>
              <a:rPr lang="en-US" dirty="0"/>
              <a:t> if allocation fails.</a:t>
            </a:r>
          </a:p>
          <a:p>
            <a:pPr marL="45720" indent="0" algn="ctr">
              <a:buNone/>
            </a:pPr>
            <a:r>
              <a:rPr lang="en-US" b="1" dirty="0">
                <a:latin typeface="Consolas" panose="020B0609020204030204" pitchFamily="49" charset="0"/>
              </a:rPr>
              <a:t>type *</a:t>
            </a:r>
            <a:r>
              <a:rPr lang="en-US" b="1" dirty="0" err="1">
                <a:latin typeface="Consolas" panose="020B0609020204030204" pitchFamily="49" charset="0"/>
              </a:rPr>
              <a:t>ptr</a:t>
            </a:r>
            <a:r>
              <a:rPr lang="en-US" b="1" dirty="0">
                <a:latin typeface="Consolas" panose="020B0609020204030204" pitchFamily="49" charset="0"/>
              </a:rPr>
              <a:t> = (type*) </a:t>
            </a:r>
            <a:r>
              <a:rPr lang="en-US" b="1" dirty="0" err="1">
                <a:latin typeface="Consolas" panose="020B0609020204030204" pitchFamily="49" charset="0"/>
              </a:rPr>
              <a:t>realloc</a:t>
            </a:r>
            <a:r>
              <a:rPr lang="en-US" b="1" dirty="0">
                <a:latin typeface="Consolas" panose="020B0609020204030204" pitchFamily="49" charset="0"/>
              </a:rPr>
              <a:t>(</a:t>
            </a:r>
            <a:r>
              <a:rPr lang="en-US" b="1" dirty="0" err="1">
                <a:latin typeface="Consolas" panose="020B0609020204030204" pitchFamily="49" charset="0"/>
              </a:rPr>
              <a:t>ptr_to_memory_block</a:t>
            </a:r>
            <a:r>
              <a:rPr lang="en-US" b="1" dirty="0">
                <a:latin typeface="Consolas" panose="020B0609020204030204" pitchFamily="49" charset="0"/>
              </a:rPr>
              <a:t>, </a:t>
            </a:r>
            <a:r>
              <a:rPr lang="en-US" b="1" dirty="0" err="1">
                <a:latin typeface="Consolas" panose="020B0609020204030204" pitchFamily="49" charset="0"/>
              </a:rPr>
              <a:t>new_size</a:t>
            </a:r>
            <a:r>
              <a:rPr lang="en-US" b="1" dirty="0">
                <a:latin typeface="Consolas" panose="020B0609020204030204" pitchFamily="49" charset="0"/>
              </a:rPr>
              <a:t>);</a:t>
            </a:r>
          </a:p>
          <a:p>
            <a:pPr marL="45720" indent="0">
              <a:buNone/>
            </a:pPr>
            <a:endParaRPr lang="en-US" dirty="0"/>
          </a:p>
        </p:txBody>
      </p:sp>
    </p:spTree>
    <p:extLst>
      <p:ext uri="{BB962C8B-B14F-4D97-AF65-F5344CB8AC3E}">
        <p14:creationId xmlns:p14="http://schemas.microsoft.com/office/powerpoint/2010/main" val="279749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8FF9F-B3E2-1752-5695-39AA26440968}"/>
              </a:ext>
            </a:extLst>
          </p:cNvPr>
          <p:cNvSpPr>
            <a:spLocks noGrp="1"/>
          </p:cNvSpPr>
          <p:nvPr>
            <p:ph type="title"/>
          </p:nvPr>
        </p:nvSpPr>
        <p:spPr/>
        <p:txBody>
          <a:bodyPr/>
          <a:lstStyle/>
          <a:p>
            <a:r>
              <a:rPr lang="en-US" dirty="0"/>
              <a:t>Examples</a:t>
            </a:r>
          </a:p>
        </p:txBody>
      </p:sp>
      <p:sp>
        <p:nvSpPr>
          <p:cNvPr id="3" name="Content Placeholder 2">
            <a:extLst>
              <a:ext uri="{FF2B5EF4-FFF2-40B4-BE49-F238E27FC236}">
                <a16:creationId xmlns:a16="http://schemas.microsoft.com/office/drawing/2014/main" id="{2974C326-9A88-9E27-6B74-11A31D572BBF}"/>
              </a:ext>
            </a:extLst>
          </p:cNvPr>
          <p:cNvSpPr>
            <a:spLocks noGrp="1"/>
          </p:cNvSpPr>
          <p:nvPr>
            <p:ph idx="1"/>
          </p:nvPr>
        </p:nvSpPr>
        <p:spPr/>
        <p:txBody>
          <a:bodyPr/>
          <a:lstStyle/>
          <a:p>
            <a:r>
              <a:rPr lang="en-US" dirty="0"/>
              <a:t>Reallocating space for ‘</a:t>
            </a:r>
            <a:r>
              <a:rPr lang="en-US" dirty="0" err="1"/>
              <a:t>ptr</a:t>
            </a:r>
            <a:r>
              <a:rPr lang="en-US" dirty="0"/>
              <a:t>’ from our previous example.</a:t>
            </a:r>
          </a:p>
          <a:p>
            <a:r>
              <a:rPr lang="en-US" dirty="0"/>
              <a:t>It was originally 4 bytes, now it would be 40 bytes/</a:t>
            </a:r>
          </a:p>
          <a:p>
            <a:pPr marL="45720" indent="0" algn="ctr">
              <a:buNone/>
            </a:pPr>
            <a:r>
              <a:rPr lang="en-US" b="1" dirty="0">
                <a:latin typeface="Consolas" panose="020B0609020204030204" pitchFamily="49" charset="0"/>
              </a:rPr>
              <a:t>int *temp = (int*) </a:t>
            </a:r>
            <a:r>
              <a:rPr lang="en-US" b="1" dirty="0" err="1">
                <a:latin typeface="Consolas" panose="020B0609020204030204" pitchFamily="49" charset="0"/>
              </a:rPr>
              <a:t>realloc</a:t>
            </a:r>
            <a:r>
              <a:rPr lang="en-US" b="1" dirty="0">
                <a:latin typeface="Consolas" panose="020B0609020204030204" pitchFamily="49" charset="0"/>
              </a:rPr>
              <a:t> (</a:t>
            </a:r>
            <a:r>
              <a:rPr lang="en-US" b="1" dirty="0" err="1">
                <a:latin typeface="Consolas" panose="020B0609020204030204" pitchFamily="49" charset="0"/>
              </a:rPr>
              <a:t>ptr</a:t>
            </a:r>
            <a:r>
              <a:rPr lang="en-US" b="1" dirty="0">
                <a:latin typeface="Consolas" panose="020B0609020204030204" pitchFamily="49" charset="0"/>
              </a:rPr>
              <a:t>, 10*</a:t>
            </a:r>
            <a:r>
              <a:rPr lang="en-US" b="1" dirty="0" err="1">
                <a:latin typeface="Consolas" panose="020B0609020204030204" pitchFamily="49" charset="0"/>
              </a:rPr>
              <a:t>sizeof</a:t>
            </a:r>
            <a:r>
              <a:rPr lang="en-US" b="1" dirty="0">
                <a:latin typeface="Consolas" panose="020B0609020204030204" pitchFamily="49" charset="0"/>
              </a:rPr>
              <a:t>(int));</a:t>
            </a:r>
          </a:p>
          <a:p>
            <a:pPr marL="45720" indent="0" algn="ctr">
              <a:buNone/>
            </a:pPr>
            <a:r>
              <a:rPr lang="en-US" b="1" dirty="0">
                <a:latin typeface="Consolas" panose="020B0609020204030204" pitchFamily="49" charset="0"/>
              </a:rPr>
              <a:t>if(temp != NULL) </a:t>
            </a:r>
            <a:r>
              <a:rPr lang="en-US" b="1" dirty="0" err="1">
                <a:latin typeface="Consolas" panose="020B0609020204030204" pitchFamily="49" charset="0"/>
              </a:rPr>
              <a:t>ptr</a:t>
            </a:r>
            <a:r>
              <a:rPr lang="en-US" b="1" dirty="0">
                <a:latin typeface="Consolas" panose="020B0609020204030204" pitchFamily="49" charset="0"/>
              </a:rPr>
              <a:t> = temp;</a:t>
            </a:r>
            <a:endParaRPr lang="en-US" dirty="0"/>
          </a:p>
          <a:p>
            <a:r>
              <a:rPr lang="en-US" dirty="0"/>
              <a:t>Reallocating space </a:t>
            </a:r>
            <a:r>
              <a:rPr lang="en-US" dirty="0" err="1"/>
              <a:t>fpr</a:t>
            </a:r>
            <a:r>
              <a:rPr lang="en-US" dirty="0"/>
              <a:t> ‘</a:t>
            </a:r>
            <a:r>
              <a:rPr lang="en-US" dirty="0" err="1"/>
              <a:t>f_arr</a:t>
            </a:r>
            <a:r>
              <a:rPr lang="en-US" dirty="0"/>
              <a:t>’ from our previous example.</a:t>
            </a:r>
          </a:p>
          <a:p>
            <a:r>
              <a:rPr lang="en-US" dirty="0"/>
              <a:t>It was originally 400 bytes, now it would be 40 bytes.</a:t>
            </a:r>
          </a:p>
          <a:p>
            <a:pPr marL="45720" indent="0" algn="ctr">
              <a:buNone/>
            </a:pPr>
            <a:r>
              <a:rPr lang="en-US" b="1" dirty="0">
                <a:latin typeface="Consolas" panose="020B0609020204030204" pitchFamily="49" charset="0"/>
              </a:rPr>
              <a:t>float *temp_ = (float*) </a:t>
            </a:r>
            <a:r>
              <a:rPr lang="en-US" b="1" dirty="0" err="1">
                <a:latin typeface="Consolas" panose="020B0609020204030204" pitchFamily="49" charset="0"/>
              </a:rPr>
              <a:t>realloc</a:t>
            </a:r>
            <a:r>
              <a:rPr lang="en-US" b="1" dirty="0">
                <a:latin typeface="Consolas" panose="020B0609020204030204" pitchFamily="49" charset="0"/>
              </a:rPr>
              <a:t> (</a:t>
            </a:r>
            <a:r>
              <a:rPr lang="en-US" b="1" dirty="0" err="1">
                <a:latin typeface="Consolas" panose="020B0609020204030204" pitchFamily="49" charset="0"/>
              </a:rPr>
              <a:t>f_arr</a:t>
            </a:r>
            <a:r>
              <a:rPr lang="en-US" b="1" dirty="0">
                <a:latin typeface="Consolas" panose="020B0609020204030204" pitchFamily="49" charset="0"/>
              </a:rPr>
              <a:t>, 10*</a:t>
            </a:r>
            <a:r>
              <a:rPr lang="en-US" b="1" dirty="0" err="1">
                <a:latin typeface="Consolas" panose="020B0609020204030204" pitchFamily="49" charset="0"/>
              </a:rPr>
              <a:t>sizeof</a:t>
            </a:r>
            <a:r>
              <a:rPr lang="en-US" b="1" dirty="0">
                <a:latin typeface="Consolas" panose="020B0609020204030204" pitchFamily="49" charset="0"/>
              </a:rPr>
              <a:t>(float));</a:t>
            </a:r>
          </a:p>
          <a:p>
            <a:pPr marL="45720" indent="0" algn="ctr">
              <a:buNone/>
            </a:pPr>
            <a:r>
              <a:rPr lang="en-US" b="1" dirty="0">
                <a:latin typeface="Consolas" panose="020B0609020204030204" pitchFamily="49" charset="0"/>
              </a:rPr>
              <a:t>if(temp_ != NULL) </a:t>
            </a:r>
            <a:r>
              <a:rPr lang="en-US" b="1" dirty="0" err="1">
                <a:latin typeface="Consolas" panose="020B0609020204030204" pitchFamily="49" charset="0"/>
              </a:rPr>
              <a:t>f_arr</a:t>
            </a:r>
            <a:r>
              <a:rPr lang="en-US" b="1" dirty="0">
                <a:latin typeface="Consolas" panose="020B0609020204030204" pitchFamily="49" charset="0"/>
              </a:rPr>
              <a:t> = temp_;</a:t>
            </a:r>
            <a:endParaRPr lang="en-US" dirty="0"/>
          </a:p>
          <a:p>
            <a:pPr marL="45720" indent="0">
              <a:buNone/>
            </a:pPr>
            <a:endParaRPr lang="en-US" dirty="0"/>
          </a:p>
          <a:p>
            <a:endParaRPr lang="en-US" dirty="0"/>
          </a:p>
        </p:txBody>
      </p:sp>
    </p:spTree>
    <p:extLst>
      <p:ext uri="{BB962C8B-B14F-4D97-AF65-F5344CB8AC3E}">
        <p14:creationId xmlns:p14="http://schemas.microsoft.com/office/powerpoint/2010/main" val="4097896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AA23D-B54A-3A16-A4D6-DC43021F4142}"/>
              </a:ext>
            </a:extLst>
          </p:cNvPr>
          <p:cNvSpPr>
            <a:spLocks noGrp="1"/>
          </p:cNvSpPr>
          <p:nvPr>
            <p:ph type="title"/>
          </p:nvPr>
        </p:nvSpPr>
        <p:spPr/>
        <p:txBody>
          <a:bodyPr/>
          <a:lstStyle/>
          <a:p>
            <a:r>
              <a:rPr lang="en-US" dirty="0"/>
              <a:t>The ‘free’ Function</a:t>
            </a:r>
          </a:p>
        </p:txBody>
      </p:sp>
      <p:sp>
        <p:nvSpPr>
          <p:cNvPr id="3" name="Content Placeholder 2">
            <a:extLst>
              <a:ext uri="{FF2B5EF4-FFF2-40B4-BE49-F238E27FC236}">
                <a16:creationId xmlns:a16="http://schemas.microsoft.com/office/drawing/2014/main" id="{0169CC38-645F-7461-565B-F8E4A0B9FE39}"/>
              </a:ext>
            </a:extLst>
          </p:cNvPr>
          <p:cNvSpPr>
            <a:spLocks noGrp="1"/>
          </p:cNvSpPr>
          <p:nvPr>
            <p:ph idx="1"/>
          </p:nvPr>
        </p:nvSpPr>
        <p:spPr>
          <a:xfrm>
            <a:off x="1341120" y="1901952"/>
            <a:ext cx="9659112" cy="4127627"/>
          </a:xfrm>
        </p:spPr>
        <p:txBody>
          <a:bodyPr/>
          <a:lstStyle/>
          <a:p>
            <a:r>
              <a:rPr lang="en-US" dirty="0"/>
              <a:t>Unlike function variables, the memory allocated via malloc/</a:t>
            </a:r>
            <a:r>
              <a:rPr lang="en-US" dirty="0" err="1"/>
              <a:t>calloc</a:t>
            </a:r>
            <a:r>
              <a:rPr lang="en-US" dirty="0"/>
              <a:t>/</a:t>
            </a:r>
            <a:r>
              <a:rPr lang="en-US" dirty="0" err="1"/>
              <a:t>realloc</a:t>
            </a:r>
            <a:r>
              <a:rPr lang="en-US" dirty="0"/>
              <a:t> does not get freed on its own after the function exits.</a:t>
            </a:r>
          </a:p>
          <a:p>
            <a:r>
              <a:rPr lang="en-US" dirty="0"/>
              <a:t>You need to manually tell the program the free that block of memory.</a:t>
            </a:r>
          </a:p>
          <a:p>
            <a:r>
              <a:rPr lang="en-US" dirty="0"/>
              <a:t>While a block is not free, nothing else is allowed to use that block. </a:t>
            </a:r>
          </a:p>
          <a:p>
            <a:pPr lvl="1"/>
            <a:r>
              <a:rPr lang="en-US" dirty="0"/>
              <a:t>It is not available to be allocated</a:t>
            </a:r>
          </a:p>
          <a:p>
            <a:endParaRPr lang="en-US" dirty="0"/>
          </a:p>
          <a:p>
            <a:r>
              <a:rPr lang="en-US" dirty="0"/>
              <a:t>C does not free memory automatically, so you must use </a:t>
            </a:r>
            <a:r>
              <a:rPr lang="en-US" b="1" dirty="0"/>
              <a:t>free</a:t>
            </a:r>
            <a:r>
              <a:rPr lang="en-US" dirty="0"/>
              <a:t> to do so.</a:t>
            </a:r>
          </a:p>
        </p:txBody>
      </p:sp>
    </p:spTree>
    <p:extLst>
      <p:ext uri="{BB962C8B-B14F-4D97-AF65-F5344CB8AC3E}">
        <p14:creationId xmlns:p14="http://schemas.microsoft.com/office/powerpoint/2010/main" val="3524603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0BF8D-E418-7C7A-64BB-7FBA408D0EBC}"/>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B645D82A-6C9E-CD1C-DE90-72992CEBF03C}"/>
              </a:ext>
            </a:extLst>
          </p:cNvPr>
          <p:cNvSpPr>
            <a:spLocks noGrp="1"/>
          </p:cNvSpPr>
          <p:nvPr>
            <p:ph idx="1"/>
          </p:nvPr>
        </p:nvSpPr>
        <p:spPr/>
        <p:txBody>
          <a:bodyPr/>
          <a:lstStyle/>
          <a:p>
            <a:r>
              <a:rPr lang="en-US" dirty="0"/>
              <a:t>Freeing the memory of </a:t>
            </a:r>
            <a:r>
              <a:rPr lang="en-US" dirty="0" err="1"/>
              <a:t>ptr</a:t>
            </a:r>
            <a:r>
              <a:rPr lang="en-US" dirty="0"/>
              <a:t>:</a:t>
            </a:r>
          </a:p>
          <a:p>
            <a:pPr marL="45720" indent="0" algn="ctr">
              <a:buNone/>
            </a:pPr>
            <a:r>
              <a:rPr lang="en-US" b="1" dirty="0">
                <a:latin typeface="Consolas" panose="020B0609020204030204" pitchFamily="49" charset="0"/>
              </a:rPr>
              <a:t>free (</a:t>
            </a:r>
            <a:r>
              <a:rPr lang="en-US" b="1" dirty="0" err="1">
                <a:latin typeface="Consolas" panose="020B0609020204030204" pitchFamily="49" charset="0"/>
              </a:rPr>
              <a:t>ptr</a:t>
            </a:r>
            <a:r>
              <a:rPr lang="en-US" b="1" dirty="0">
                <a:latin typeface="Consolas" panose="020B0609020204030204" pitchFamily="49" charset="0"/>
              </a:rPr>
              <a:t>);</a:t>
            </a:r>
          </a:p>
          <a:p>
            <a:pPr marL="45720" indent="0" algn="ctr">
              <a:buNone/>
            </a:pPr>
            <a:r>
              <a:rPr lang="en-US" b="1" dirty="0" err="1">
                <a:latin typeface="Consolas" panose="020B0609020204030204" pitchFamily="49" charset="0"/>
              </a:rPr>
              <a:t>ptr</a:t>
            </a:r>
            <a:r>
              <a:rPr lang="en-US" b="1" dirty="0">
                <a:latin typeface="Consolas" panose="020B0609020204030204" pitchFamily="49" charset="0"/>
              </a:rPr>
              <a:t> = NULL;</a:t>
            </a:r>
          </a:p>
          <a:p>
            <a:endParaRPr lang="en-US" dirty="0"/>
          </a:p>
          <a:p>
            <a:r>
              <a:rPr lang="en-US" dirty="0"/>
              <a:t>When freeing memory, you should make the pointer NULL afterwards.</a:t>
            </a:r>
          </a:p>
          <a:p>
            <a:r>
              <a:rPr lang="en-US" dirty="0"/>
              <a:t>This ensures that the pointer is not a dangling pointer.</a:t>
            </a:r>
          </a:p>
        </p:txBody>
      </p:sp>
    </p:spTree>
    <p:extLst>
      <p:ext uri="{BB962C8B-B14F-4D97-AF65-F5344CB8AC3E}">
        <p14:creationId xmlns:p14="http://schemas.microsoft.com/office/powerpoint/2010/main" val="2006684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D0901-5416-796C-B2AC-A417B2FC480B}"/>
              </a:ext>
            </a:extLst>
          </p:cNvPr>
          <p:cNvSpPr>
            <a:spLocks noGrp="1"/>
          </p:cNvSpPr>
          <p:nvPr>
            <p:ph type="title"/>
          </p:nvPr>
        </p:nvSpPr>
        <p:spPr/>
        <p:txBody>
          <a:bodyPr/>
          <a:lstStyle/>
          <a:p>
            <a:r>
              <a:rPr lang="en-US" dirty="0"/>
              <a:t>Back to Dangling Pointers</a:t>
            </a:r>
          </a:p>
        </p:txBody>
      </p:sp>
      <p:sp>
        <p:nvSpPr>
          <p:cNvPr id="3" name="Content Placeholder 2">
            <a:extLst>
              <a:ext uri="{FF2B5EF4-FFF2-40B4-BE49-F238E27FC236}">
                <a16:creationId xmlns:a16="http://schemas.microsoft.com/office/drawing/2014/main" id="{F85AA696-4EEF-D484-D810-830B8BA17358}"/>
              </a:ext>
            </a:extLst>
          </p:cNvPr>
          <p:cNvSpPr>
            <a:spLocks noGrp="1"/>
          </p:cNvSpPr>
          <p:nvPr>
            <p:ph idx="1"/>
          </p:nvPr>
        </p:nvSpPr>
        <p:spPr/>
        <p:txBody>
          <a:bodyPr/>
          <a:lstStyle/>
          <a:p>
            <a:r>
              <a:rPr lang="en-US" dirty="0"/>
              <a:t>A pointer that is pointing to a memory that has been freed.</a:t>
            </a:r>
          </a:p>
          <a:p>
            <a:r>
              <a:rPr lang="en-US" dirty="0"/>
              <a:t>You can use it to modify that memory like any other pointer.</a:t>
            </a:r>
          </a:p>
          <a:p>
            <a:r>
              <a:rPr lang="en-US" dirty="0"/>
              <a:t>But keep in mind that, that memory might get used by something else within your program, or modified since it’s not “allocated” by your program anymore.</a:t>
            </a:r>
          </a:p>
          <a:p>
            <a:endParaRPr lang="en-US" dirty="0"/>
          </a:p>
        </p:txBody>
      </p:sp>
    </p:spTree>
    <p:extLst>
      <p:ext uri="{BB962C8B-B14F-4D97-AF65-F5344CB8AC3E}">
        <p14:creationId xmlns:p14="http://schemas.microsoft.com/office/powerpoint/2010/main" val="3272897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9E958-AED6-AF55-6DCC-3D34B9F286DB}"/>
              </a:ext>
            </a:extLst>
          </p:cNvPr>
          <p:cNvSpPr>
            <a:spLocks noGrp="1"/>
          </p:cNvSpPr>
          <p:nvPr>
            <p:ph type="title"/>
          </p:nvPr>
        </p:nvSpPr>
        <p:spPr/>
        <p:txBody>
          <a:bodyPr/>
          <a:lstStyle/>
          <a:p>
            <a:r>
              <a:rPr lang="en-US" dirty="0"/>
              <a:t>Memory Leaks </a:t>
            </a:r>
            <a:r>
              <a:rPr lang="en-US" dirty="0">
                <a:sym typeface="Wingdings" panose="05000000000000000000" pitchFamily="2" charset="2"/>
              </a:rPr>
              <a:t></a:t>
            </a:r>
            <a:endParaRPr lang="en-US" dirty="0"/>
          </a:p>
        </p:txBody>
      </p:sp>
      <p:sp>
        <p:nvSpPr>
          <p:cNvPr id="3" name="Content Placeholder 2">
            <a:extLst>
              <a:ext uri="{FF2B5EF4-FFF2-40B4-BE49-F238E27FC236}">
                <a16:creationId xmlns:a16="http://schemas.microsoft.com/office/drawing/2014/main" id="{C1609B5A-3170-0100-5EF5-AE49B73FB81E}"/>
              </a:ext>
            </a:extLst>
          </p:cNvPr>
          <p:cNvSpPr>
            <a:spLocks noGrp="1"/>
          </p:cNvSpPr>
          <p:nvPr>
            <p:ph idx="1"/>
          </p:nvPr>
        </p:nvSpPr>
        <p:spPr/>
        <p:txBody>
          <a:bodyPr/>
          <a:lstStyle/>
          <a:p>
            <a:r>
              <a:rPr lang="en-US" dirty="0"/>
              <a:t>Memory leaks occur when you allocate a memory block and then lose the address to it.</a:t>
            </a:r>
          </a:p>
          <a:p>
            <a:endParaRPr lang="en-US" dirty="0"/>
          </a:p>
          <a:p>
            <a:r>
              <a:rPr lang="en-US" dirty="0"/>
              <a:t>Think like, creating an email account, then forgetting the credentials for it. You can’t login without the credentials. </a:t>
            </a:r>
          </a:p>
          <a:p>
            <a:r>
              <a:rPr lang="en-US" dirty="0"/>
              <a:t>Here, credentials = address. If you lose the address, you cannot access the memory.</a:t>
            </a:r>
          </a:p>
          <a:p>
            <a:r>
              <a:rPr lang="en-US" dirty="0"/>
              <a:t>If you cannot access the memory, you cannot free it.</a:t>
            </a:r>
          </a:p>
          <a:p>
            <a:r>
              <a:rPr lang="en-US" dirty="0"/>
              <a:t>If you cannot free the memory, your program cannot reuse it for anything else.</a:t>
            </a:r>
          </a:p>
        </p:txBody>
      </p:sp>
    </p:spTree>
    <p:extLst>
      <p:ext uri="{BB962C8B-B14F-4D97-AF65-F5344CB8AC3E}">
        <p14:creationId xmlns:p14="http://schemas.microsoft.com/office/powerpoint/2010/main" val="2808843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FCD65-7AA1-BF1A-1BAE-7F019B736B2E}"/>
              </a:ext>
            </a:extLst>
          </p:cNvPr>
          <p:cNvSpPr>
            <a:spLocks noGrp="1"/>
          </p:cNvSpPr>
          <p:nvPr>
            <p:ph type="title"/>
          </p:nvPr>
        </p:nvSpPr>
        <p:spPr/>
        <p:txBody>
          <a:bodyPr/>
          <a:lstStyle/>
          <a:p>
            <a:r>
              <a:rPr lang="en-US" dirty="0"/>
              <a:t>Treating a 1D Array as a 2D Array</a:t>
            </a:r>
          </a:p>
        </p:txBody>
      </p:sp>
      <p:sp>
        <p:nvSpPr>
          <p:cNvPr id="3" name="Content Placeholder 2">
            <a:extLst>
              <a:ext uri="{FF2B5EF4-FFF2-40B4-BE49-F238E27FC236}">
                <a16:creationId xmlns:a16="http://schemas.microsoft.com/office/drawing/2014/main" id="{8DDCF492-8A6E-CBF9-B7AC-DF92CBE2D9F1}"/>
              </a:ext>
            </a:extLst>
          </p:cNvPr>
          <p:cNvSpPr>
            <a:spLocks noGrp="1"/>
          </p:cNvSpPr>
          <p:nvPr>
            <p:ph idx="1"/>
          </p:nvPr>
        </p:nvSpPr>
        <p:spPr/>
        <p:txBody>
          <a:bodyPr>
            <a:normAutofit/>
          </a:bodyPr>
          <a:lstStyle/>
          <a:p>
            <a:r>
              <a:rPr lang="en-US" dirty="0"/>
              <a:t>First assume some size that you want your 2D-Array to be. </a:t>
            </a:r>
          </a:p>
          <a:p>
            <a:r>
              <a:rPr lang="en-US" dirty="0"/>
              <a:t>Let’s say 4x3. 4 rows and 3 columns. That’s a total of 12 elements.</a:t>
            </a:r>
          </a:p>
          <a:p>
            <a:endParaRPr lang="en-US" dirty="0"/>
          </a:p>
          <a:p>
            <a:r>
              <a:rPr lang="en-US" dirty="0"/>
              <a:t>If I allocate a 1D array:</a:t>
            </a:r>
          </a:p>
          <a:p>
            <a:r>
              <a:rPr lang="en-US" b="1" dirty="0">
                <a:latin typeface="Consolas" panose="020B0609020204030204" pitchFamily="49" charset="0"/>
              </a:rPr>
              <a:t>int *</a:t>
            </a:r>
            <a:r>
              <a:rPr lang="en-US" b="1" dirty="0" err="1">
                <a:latin typeface="Consolas" panose="020B0609020204030204" pitchFamily="49" charset="0"/>
              </a:rPr>
              <a:t>arr</a:t>
            </a:r>
            <a:r>
              <a:rPr lang="en-US" b="1" dirty="0">
                <a:latin typeface="Consolas" panose="020B0609020204030204" pitchFamily="49" charset="0"/>
              </a:rPr>
              <a:t> = (int*) malloc(row*col * </a:t>
            </a:r>
            <a:r>
              <a:rPr lang="en-US" b="1" dirty="0" err="1">
                <a:latin typeface="Consolas" panose="020B0609020204030204" pitchFamily="49" charset="0"/>
              </a:rPr>
              <a:t>sizeof</a:t>
            </a:r>
            <a:r>
              <a:rPr lang="en-US" b="1" dirty="0">
                <a:latin typeface="Consolas" panose="020B0609020204030204" pitchFamily="49" charset="0"/>
              </a:rPr>
              <a:t>(int)); </a:t>
            </a:r>
            <a:r>
              <a:rPr lang="en-US" sz="1800" dirty="0"/>
              <a:t>//block size: RxCx4</a:t>
            </a:r>
            <a:endParaRPr lang="en-US" dirty="0"/>
          </a:p>
          <a:p>
            <a:endParaRPr lang="en-US" dirty="0"/>
          </a:p>
          <a:p>
            <a:r>
              <a:rPr lang="en-US" dirty="0"/>
              <a:t>Now how would you access an element at 3</a:t>
            </a:r>
            <a:r>
              <a:rPr lang="en-US" baseline="30000" dirty="0"/>
              <a:t>rd</a:t>
            </a:r>
            <a:r>
              <a:rPr lang="en-US" dirty="0"/>
              <a:t> row, 2</a:t>
            </a:r>
            <a:r>
              <a:rPr lang="en-US" baseline="30000" dirty="0"/>
              <a:t>nd</a:t>
            </a:r>
            <a:r>
              <a:rPr lang="en-US" dirty="0"/>
              <a:t> column?</a:t>
            </a:r>
          </a:p>
          <a:p>
            <a:r>
              <a:rPr lang="en-US" b="1" dirty="0" err="1">
                <a:latin typeface="Consolas" panose="020B0609020204030204" pitchFamily="49" charset="0"/>
              </a:rPr>
              <a:t>arr</a:t>
            </a:r>
            <a:r>
              <a:rPr lang="en-US" b="1" dirty="0">
                <a:latin typeface="Consolas" panose="020B0609020204030204" pitchFamily="49" charset="0"/>
              </a:rPr>
              <a:t>[</a:t>
            </a:r>
            <a:r>
              <a:rPr lang="en-US" b="1" dirty="0" err="1">
                <a:latin typeface="Consolas" panose="020B0609020204030204" pitchFamily="49" charset="0"/>
              </a:rPr>
              <a:t>i</a:t>
            </a:r>
            <a:r>
              <a:rPr lang="en-US" b="1" dirty="0">
                <a:latin typeface="Consolas" panose="020B0609020204030204" pitchFamily="49" charset="0"/>
              </a:rPr>
              <a:t>*row + j]</a:t>
            </a:r>
          </a:p>
        </p:txBody>
      </p:sp>
    </p:spTree>
    <p:extLst>
      <p:ext uri="{BB962C8B-B14F-4D97-AF65-F5344CB8AC3E}">
        <p14:creationId xmlns:p14="http://schemas.microsoft.com/office/powerpoint/2010/main" val="272673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62ECA-720C-2F60-E1F6-AB00026DC0EB}"/>
              </a:ext>
            </a:extLst>
          </p:cNvPr>
          <p:cNvSpPr>
            <a:spLocks noGrp="1"/>
          </p:cNvSpPr>
          <p:nvPr>
            <p:ph type="title"/>
          </p:nvPr>
        </p:nvSpPr>
        <p:spPr/>
        <p:txBody>
          <a:bodyPr/>
          <a:lstStyle/>
          <a:p>
            <a:r>
              <a:rPr lang="en-US" dirty="0"/>
              <a:t>Double Pointers</a:t>
            </a:r>
          </a:p>
        </p:txBody>
      </p:sp>
      <p:sp>
        <p:nvSpPr>
          <p:cNvPr id="3" name="Content Placeholder 2">
            <a:extLst>
              <a:ext uri="{FF2B5EF4-FFF2-40B4-BE49-F238E27FC236}">
                <a16:creationId xmlns:a16="http://schemas.microsoft.com/office/drawing/2014/main" id="{DEDDCFF9-5E0D-DDD3-02CE-F34117C26C2C}"/>
              </a:ext>
            </a:extLst>
          </p:cNvPr>
          <p:cNvSpPr>
            <a:spLocks noGrp="1"/>
          </p:cNvSpPr>
          <p:nvPr>
            <p:ph idx="1"/>
          </p:nvPr>
        </p:nvSpPr>
        <p:spPr/>
        <p:txBody>
          <a:bodyPr/>
          <a:lstStyle/>
          <a:p>
            <a:r>
              <a:rPr lang="en-US" dirty="0"/>
              <a:t>Basically: “I know a guy who knows a guy”</a:t>
            </a:r>
          </a:p>
          <a:p>
            <a:r>
              <a:rPr lang="en-US" dirty="0"/>
              <a:t>char </a:t>
            </a:r>
            <a:r>
              <a:rPr lang="en-US" dirty="0" err="1"/>
              <a:t>AGuy</a:t>
            </a:r>
            <a:r>
              <a:rPr lang="en-US" dirty="0"/>
              <a:t> = ‘A’;</a:t>
            </a:r>
          </a:p>
          <a:p>
            <a:r>
              <a:rPr lang="en-US" dirty="0"/>
              <a:t>char* </a:t>
            </a:r>
            <a:r>
              <a:rPr lang="en-US" dirty="0" err="1"/>
              <a:t>AGuyWhoKnowsAGuy</a:t>
            </a:r>
            <a:r>
              <a:rPr lang="en-US" dirty="0"/>
              <a:t> = &amp;</a:t>
            </a:r>
            <a:r>
              <a:rPr lang="en-US" dirty="0" err="1"/>
              <a:t>AGuy</a:t>
            </a:r>
            <a:r>
              <a:rPr lang="en-US" dirty="0"/>
              <a:t>;</a:t>
            </a:r>
          </a:p>
          <a:p>
            <a:r>
              <a:rPr lang="en-US" dirty="0"/>
              <a:t>char** I = &amp; </a:t>
            </a:r>
            <a:r>
              <a:rPr lang="en-US" dirty="0" err="1"/>
              <a:t>AGuyWhoKnowsAGuy</a:t>
            </a:r>
            <a:r>
              <a:rPr lang="en-US" dirty="0"/>
              <a:t>;</a:t>
            </a:r>
          </a:p>
        </p:txBody>
      </p:sp>
    </p:spTree>
    <p:extLst>
      <p:ext uri="{BB962C8B-B14F-4D97-AF65-F5344CB8AC3E}">
        <p14:creationId xmlns:p14="http://schemas.microsoft.com/office/powerpoint/2010/main" val="3130549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505FE-E01D-0774-3E7D-13741AF017CF}"/>
              </a:ext>
            </a:extLst>
          </p:cNvPr>
          <p:cNvSpPr>
            <a:spLocks noGrp="1"/>
          </p:cNvSpPr>
          <p:nvPr>
            <p:ph type="title"/>
          </p:nvPr>
        </p:nvSpPr>
        <p:spPr/>
        <p:txBody>
          <a:bodyPr/>
          <a:lstStyle/>
          <a:p>
            <a:r>
              <a:rPr lang="en-US" dirty="0"/>
              <a:t>Where do we </a:t>
            </a:r>
            <a:r>
              <a:rPr lang="en-US" dirty="0" err="1"/>
              <a:t>wanna</a:t>
            </a:r>
            <a:r>
              <a:rPr lang="en-US" dirty="0"/>
              <a:t> use Double Pointers?</a:t>
            </a:r>
          </a:p>
        </p:txBody>
      </p:sp>
      <p:sp>
        <p:nvSpPr>
          <p:cNvPr id="3" name="Content Placeholder 2">
            <a:extLst>
              <a:ext uri="{FF2B5EF4-FFF2-40B4-BE49-F238E27FC236}">
                <a16:creationId xmlns:a16="http://schemas.microsoft.com/office/drawing/2014/main" id="{68E6E4A6-A5F6-A1A1-9F63-CD2721E05C5B}"/>
              </a:ext>
            </a:extLst>
          </p:cNvPr>
          <p:cNvSpPr>
            <a:spLocks noGrp="1"/>
          </p:cNvSpPr>
          <p:nvPr>
            <p:ph idx="1"/>
          </p:nvPr>
        </p:nvSpPr>
        <p:spPr/>
        <p:txBody>
          <a:bodyPr/>
          <a:lstStyle/>
          <a:p>
            <a:r>
              <a:rPr lang="en-US" dirty="0"/>
              <a:t>Single ‘char’ takes up one character(duh)</a:t>
            </a:r>
          </a:p>
          <a:p>
            <a:r>
              <a:rPr lang="en-US" dirty="0"/>
              <a:t>If I want a word I make and array of characters aka, single pointer.</a:t>
            </a:r>
          </a:p>
          <a:p>
            <a:r>
              <a:rPr lang="en-US" dirty="0"/>
              <a:t>If I want a collection of words, each word in a different line, I would use a 2D array, or double pointers!</a:t>
            </a:r>
          </a:p>
          <a:p>
            <a:endParaRPr lang="en-US" dirty="0"/>
          </a:p>
          <a:p>
            <a:r>
              <a:rPr lang="en-US" dirty="0"/>
              <a:t>You could do triple, quadruple, quintuple pointers. But our brain isn’t really good at picturing things past 3D.</a:t>
            </a:r>
          </a:p>
        </p:txBody>
      </p:sp>
    </p:spTree>
    <p:extLst>
      <p:ext uri="{BB962C8B-B14F-4D97-AF65-F5344CB8AC3E}">
        <p14:creationId xmlns:p14="http://schemas.microsoft.com/office/powerpoint/2010/main" val="1100918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09469-1DA0-6B65-92C0-17EC218BCB3B}"/>
              </a:ext>
            </a:extLst>
          </p:cNvPr>
          <p:cNvSpPr>
            <a:spLocks noGrp="1"/>
          </p:cNvSpPr>
          <p:nvPr>
            <p:ph type="title"/>
          </p:nvPr>
        </p:nvSpPr>
        <p:spPr>
          <a:xfrm>
            <a:off x="1179576" y="467360"/>
            <a:ext cx="9976104" cy="1233424"/>
          </a:xfrm>
        </p:spPr>
        <p:txBody>
          <a:bodyPr/>
          <a:lstStyle/>
          <a:p>
            <a:r>
              <a:rPr lang="en-US" dirty="0"/>
              <a:t>Saw this on </a:t>
            </a:r>
            <a:r>
              <a:rPr lang="en-US" dirty="0" err="1"/>
              <a:t>StackOverflow</a:t>
            </a:r>
            <a:r>
              <a:rPr lang="en-US" dirty="0"/>
              <a:t>, can’t find the link </a:t>
            </a:r>
            <a:r>
              <a:rPr lang="en-US" dirty="0">
                <a:sym typeface="Wingdings" panose="05000000000000000000" pitchFamily="2" charset="2"/>
              </a:rPr>
              <a:t></a:t>
            </a:r>
            <a:endParaRPr lang="en-US" dirty="0"/>
          </a:p>
        </p:txBody>
      </p:sp>
      <p:sp>
        <p:nvSpPr>
          <p:cNvPr id="7" name="Content Placeholder 6">
            <a:extLst>
              <a:ext uri="{FF2B5EF4-FFF2-40B4-BE49-F238E27FC236}">
                <a16:creationId xmlns:a16="http://schemas.microsoft.com/office/drawing/2014/main" id="{2CE3DC7E-9F15-24F9-03C6-AD104B138F83}"/>
              </a:ext>
            </a:extLst>
          </p:cNvPr>
          <p:cNvSpPr>
            <a:spLocks noGrp="1"/>
          </p:cNvSpPr>
          <p:nvPr>
            <p:ph idx="1"/>
          </p:nvPr>
        </p:nvSpPr>
        <p:spPr>
          <a:xfrm>
            <a:off x="1094232" y="1901952"/>
            <a:ext cx="10244328" cy="4127627"/>
          </a:xfrm>
        </p:spPr>
        <p:txBody>
          <a:bodyPr>
            <a:normAutofit/>
          </a:bodyPr>
          <a:lstStyle/>
          <a:p>
            <a:r>
              <a:rPr lang="en-US" dirty="0"/>
              <a:t>If you want to have a list of characters (a word), you can use char *word </a:t>
            </a:r>
          </a:p>
          <a:p>
            <a:r>
              <a:rPr lang="en-US" dirty="0"/>
              <a:t>If you want a list of words (a sentence), you can use char **sentence </a:t>
            </a:r>
          </a:p>
          <a:p>
            <a:r>
              <a:rPr lang="en-US" dirty="0"/>
              <a:t>If you want a list of sentences (a monologue), you can use char ***monologue </a:t>
            </a:r>
          </a:p>
          <a:p>
            <a:r>
              <a:rPr lang="en-US" dirty="0"/>
              <a:t>If you want a list of monologues (a biography), you can use char ****biography </a:t>
            </a:r>
          </a:p>
          <a:p>
            <a:r>
              <a:rPr lang="en-US" dirty="0"/>
              <a:t>If you want a list of biographies (a bio-library), you can use *****</a:t>
            </a:r>
            <a:r>
              <a:rPr lang="en-US" dirty="0" err="1"/>
              <a:t>biolibrary</a:t>
            </a:r>
            <a:r>
              <a:rPr lang="en-US" dirty="0"/>
              <a:t> </a:t>
            </a:r>
          </a:p>
          <a:p>
            <a:r>
              <a:rPr lang="en-US" dirty="0"/>
              <a:t>If you want a list of bio-libraries (a ??1o1), you can use *****lol</a:t>
            </a:r>
          </a:p>
          <a:p>
            <a:endParaRPr lang="en-US" dirty="0"/>
          </a:p>
        </p:txBody>
      </p:sp>
    </p:spTree>
    <p:extLst>
      <p:ext uri="{BB962C8B-B14F-4D97-AF65-F5344CB8AC3E}">
        <p14:creationId xmlns:p14="http://schemas.microsoft.com/office/powerpoint/2010/main" val="2350810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89CB6-C54E-691B-36BF-D19143ED17B9}"/>
              </a:ext>
            </a:extLst>
          </p:cNvPr>
          <p:cNvSpPr>
            <a:spLocks noGrp="1"/>
          </p:cNvSpPr>
          <p:nvPr>
            <p:ph type="title"/>
          </p:nvPr>
        </p:nvSpPr>
        <p:spPr/>
        <p:txBody>
          <a:bodyPr/>
          <a:lstStyle/>
          <a:p>
            <a:r>
              <a:rPr lang="en-US" dirty="0"/>
              <a:t>2D-Arrays Using DMA</a:t>
            </a:r>
          </a:p>
        </p:txBody>
      </p:sp>
      <p:sp>
        <p:nvSpPr>
          <p:cNvPr id="3" name="Content Placeholder 2">
            <a:extLst>
              <a:ext uri="{FF2B5EF4-FFF2-40B4-BE49-F238E27FC236}">
                <a16:creationId xmlns:a16="http://schemas.microsoft.com/office/drawing/2014/main" id="{43DF5D2B-BDC5-1D09-3EA5-DE0C5DE192C2}"/>
              </a:ext>
            </a:extLst>
          </p:cNvPr>
          <p:cNvSpPr>
            <a:spLocks noGrp="1"/>
          </p:cNvSpPr>
          <p:nvPr>
            <p:ph idx="1"/>
          </p:nvPr>
        </p:nvSpPr>
        <p:spPr/>
        <p:txBody>
          <a:bodyPr/>
          <a:lstStyle/>
          <a:p>
            <a:r>
              <a:rPr lang="en-US" dirty="0"/>
              <a:t>We need double pointers for those!</a:t>
            </a:r>
          </a:p>
          <a:p>
            <a:r>
              <a:rPr lang="en-US" dirty="0"/>
              <a:t>Let’s say for a </a:t>
            </a:r>
            <a:r>
              <a:rPr lang="en-US" dirty="0" err="1"/>
              <a:t>RxC</a:t>
            </a:r>
            <a:r>
              <a:rPr lang="en-US" dirty="0"/>
              <a:t> dimension 2D Array.</a:t>
            </a:r>
          </a:p>
          <a:p>
            <a:r>
              <a:rPr lang="en-US" dirty="0"/>
              <a:t>First create a double pointer - this would be pointing to the 2D array</a:t>
            </a:r>
          </a:p>
          <a:p>
            <a:pPr marL="45720" indent="0" algn="ctr">
              <a:buNone/>
            </a:pPr>
            <a:r>
              <a:rPr lang="en-US" b="1" dirty="0">
                <a:latin typeface="Consolas" panose="020B0609020204030204" pitchFamily="49" charset="0"/>
              </a:rPr>
              <a:t>int** my2dArr;</a:t>
            </a:r>
          </a:p>
          <a:p>
            <a:r>
              <a:rPr lang="en-US" dirty="0"/>
              <a:t>Then allocate R double pointers which will serve as pointer to each row.</a:t>
            </a:r>
          </a:p>
          <a:p>
            <a:pPr marL="45720" indent="0" algn="ctr">
              <a:buNone/>
            </a:pPr>
            <a:r>
              <a:rPr lang="en-US" b="1" dirty="0">
                <a:latin typeface="Consolas" panose="020B0609020204030204" pitchFamily="49" charset="0"/>
              </a:rPr>
              <a:t>my2dArr = (int**) malloc(R*</a:t>
            </a:r>
            <a:r>
              <a:rPr lang="en-US" b="1" dirty="0" err="1">
                <a:latin typeface="Consolas" panose="020B0609020204030204" pitchFamily="49" charset="0"/>
              </a:rPr>
              <a:t>sizeof</a:t>
            </a:r>
            <a:r>
              <a:rPr lang="en-US" b="1" dirty="0">
                <a:latin typeface="Consolas" panose="020B0609020204030204" pitchFamily="49" charset="0"/>
              </a:rPr>
              <a:t>(int*));</a:t>
            </a:r>
          </a:p>
        </p:txBody>
      </p:sp>
    </p:spTree>
    <p:extLst>
      <p:ext uri="{BB962C8B-B14F-4D97-AF65-F5344CB8AC3E}">
        <p14:creationId xmlns:p14="http://schemas.microsoft.com/office/powerpoint/2010/main" val="2035928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29466-26B5-D562-4F86-9BD5C3C3791E}"/>
              </a:ext>
            </a:extLst>
          </p:cNvPr>
          <p:cNvSpPr>
            <a:spLocks noGrp="1"/>
          </p:cNvSpPr>
          <p:nvPr>
            <p:ph type="title"/>
          </p:nvPr>
        </p:nvSpPr>
        <p:spPr/>
        <p:txBody>
          <a:bodyPr/>
          <a:lstStyle/>
          <a:p>
            <a:r>
              <a:rPr lang="en-US" dirty="0"/>
              <a:t>2D-Arrays Using DMA</a:t>
            </a:r>
          </a:p>
        </p:txBody>
      </p:sp>
      <p:sp>
        <p:nvSpPr>
          <p:cNvPr id="3" name="Content Placeholder 2">
            <a:extLst>
              <a:ext uri="{FF2B5EF4-FFF2-40B4-BE49-F238E27FC236}">
                <a16:creationId xmlns:a16="http://schemas.microsoft.com/office/drawing/2014/main" id="{275D3F41-0F4A-A153-7614-1EAE4C750445}"/>
              </a:ext>
            </a:extLst>
          </p:cNvPr>
          <p:cNvSpPr>
            <a:spLocks noGrp="1"/>
          </p:cNvSpPr>
          <p:nvPr>
            <p:ph idx="1"/>
          </p:nvPr>
        </p:nvSpPr>
        <p:spPr>
          <a:xfrm>
            <a:off x="886968" y="1901952"/>
            <a:ext cx="10259568" cy="4672584"/>
          </a:xfrm>
        </p:spPr>
        <p:txBody>
          <a:bodyPr>
            <a:normAutofit fontScale="92500" lnSpcReduction="10000"/>
          </a:bodyPr>
          <a:lstStyle/>
          <a:p>
            <a:r>
              <a:rPr lang="en-US" dirty="0"/>
              <a:t>Then for each row, allocate C columns that would be pointing to an integer block.</a:t>
            </a:r>
          </a:p>
          <a:p>
            <a:pPr marL="45720" indent="0">
              <a:buNone/>
            </a:pPr>
            <a:r>
              <a:rPr lang="en-US" b="1" dirty="0">
                <a:latin typeface="Consolas" panose="020B0609020204030204" pitchFamily="49" charset="0"/>
              </a:rPr>
              <a:t>for (int </a:t>
            </a:r>
            <a:r>
              <a:rPr lang="en-US" b="1" dirty="0" err="1">
                <a:latin typeface="Consolas" panose="020B0609020204030204" pitchFamily="49" charset="0"/>
              </a:rPr>
              <a:t>i</a:t>
            </a:r>
            <a:r>
              <a:rPr lang="en-US" b="1" dirty="0">
                <a:latin typeface="Consolas" panose="020B0609020204030204" pitchFamily="49" charset="0"/>
              </a:rPr>
              <a:t> = 0; </a:t>
            </a:r>
            <a:r>
              <a:rPr lang="en-US" b="1" dirty="0" err="1">
                <a:latin typeface="Consolas" panose="020B0609020204030204" pitchFamily="49" charset="0"/>
              </a:rPr>
              <a:t>i</a:t>
            </a:r>
            <a:r>
              <a:rPr lang="en-US" b="1" dirty="0">
                <a:latin typeface="Consolas" panose="020B0609020204030204" pitchFamily="49" charset="0"/>
              </a:rPr>
              <a:t> &lt; R; </a:t>
            </a:r>
            <a:r>
              <a:rPr lang="en-US" b="1" dirty="0" err="1">
                <a:latin typeface="Consolas" panose="020B0609020204030204" pitchFamily="49" charset="0"/>
              </a:rPr>
              <a:t>i</a:t>
            </a:r>
            <a:r>
              <a:rPr lang="en-US" b="1" dirty="0">
                <a:latin typeface="Consolas" panose="020B0609020204030204" pitchFamily="49" charset="0"/>
              </a:rPr>
              <a:t>++){</a:t>
            </a:r>
          </a:p>
          <a:p>
            <a:pPr marL="45720" indent="0">
              <a:buNone/>
            </a:pPr>
            <a:r>
              <a:rPr lang="en-US" b="1" dirty="0">
                <a:latin typeface="Consolas" panose="020B0609020204030204" pitchFamily="49" charset="0"/>
              </a:rPr>
              <a:t>	my2dArrd[</a:t>
            </a:r>
            <a:r>
              <a:rPr lang="en-US" b="1" dirty="0" err="1">
                <a:latin typeface="Consolas" panose="020B0609020204030204" pitchFamily="49" charset="0"/>
              </a:rPr>
              <a:t>i</a:t>
            </a:r>
            <a:r>
              <a:rPr lang="en-US" b="1" dirty="0">
                <a:latin typeface="Consolas" panose="020B0609020204030204" pitchFamily="49" charset="0"/>
              </a:rPr>
              <a:t>] = (int*) malloc (C*</a:t>
            </a:r>
            <a:r>
              <a:rPr lang="en-US" b="1" dirty="0" err="1">
                <a:latin typeface="Consolas" panose="020B0609020204030204" pitchFamily="49" charset="0"/>
              </a:rPr>
              <a:t>sizeof</a:t>
            </a:r>
            <a:r>
              <a:rPr lang="en-US" b="1" dirty="0">
                <a:latin typeface="Consolas" panose="020B0609020204030204" pitchFamily="49" charset="0"/>
              </a:rPr>
              <a:t>(int));</a:t>
            </a:r>
          </a:p>
          <a:p>
            <a:pPr marL="45720" indent="0">
              <a:buNone/>
            </a:pPr>
            <a:r>
              <a:rPr lang="en-US" b="1" dirty="0">
                <a:latin typeface="Consolas" panose="020B0609020204030204" pitchFamily="49" charset="0"/>
              </a:rPr>
              <a:t>	if (my2dArr[</a:t>
            </a:r>
            <a:r>
              <a:rPr lang="en-US" b="1" dirty="0" err="1">
                <a:latin typeface="Consolas" panose="020B0609020204030204" pitchFamily="49" charset="0"/>
              </a:rPr>
              <a:t>i</a:t>
            </a:r>
            <a:r>
              <a:rPr lang="en-US" b="1" dirty="0">
                <a:latin typeface="Consolas" panose="020B0609020204030204" pitchFamily="49" charset="0"/>
              </a:rPr>
              <a:t>] == NULL) {</a:t>
            </a:r>
          </a:p>
          <a:p>
            <a:pPr marL="45720" indent="0">
              <a:buNone/>
            </a:pPr>
            <a:r>
              <a:rPr lang="en-US" b="1" dirty="0">
                <a:latin typeface="Consolas" panose="020B0609020204030204" pitchFamily="49" charset="0"/>
              </a:rPr>
              <a:t>        		</a:t>
            </a:r>
            <a:r>
              <a:rPr lang="en-US" b="1" dirty="0" err="1">
                <a:latin typeface="Consolas" panose="020B0609020204030204" pitchFamily="49" charset="0"/>
              </a:rPr>
              <a:t>printf</a:t>
            </a:r>
            <a:r>
              <a:rPr lang="en-US" b="1" dirty="0">
                <a:latin typeface="Consolas" panose="020B0609020204030204" pitchFamily="49" charset="0"/>
              </a:rPr>
              <a:t>("Memory allocation failed for col %d.\n", i+1);</a:t>
            </a:r>
          </a:p>
          <a:p>
            <a:pPr marL="45720" indent="0">
              <a:buNone/>
            </a:pPr>
            <a:r>
              <a:rPr lang="en-US" b="1" dirty="0">
                <a:latin typeface="Consolas" panose="020B0609020204030204" pitchFamily="49" charset="0"/>
              </a:rPr>
              <a:t>        		for (int j = 0; j &lt; </a:t>
            </a:r>
            <a:r>
              <a:rPr lang="en-US" b="1" dirty="0" err="1">
                <a:latin typeface="Consolas" panose="020B0609020204030204" pitchFamily="49" charset="0"/>
              </a:rPr>
              <a:t>i</a:t>
            </a:r>
            <a:r>
              <a:rPr lang="en-US" b="1" dirty="0">
                <a:latin typeface="Consolas" panose="020B0609020204030204" pitchFamily="49" charset="0"/>
              </a:rPr>
              <a:t>; </a:t>
            </a:r>
            <a:r>
              <a:rPr lang="en-US" b="1" dirty="0" err="1">
                <a:latin typeface="Consolas" panose="020B0609020204030204" pitchFamily="49" charset="0"/>
              </a:rPr>
              <a:t>j++</a:t>
            </a:r>
            <a:r>
              <a:rPr lang="en-US" b="1" dirty="0">
                <a:latin typeface="Consolas" panose="020B0609020204030204" pitchFamily="49" charset="0"/>
              </a:rPr>
              <a:t>)</a:t>
            </a:r>
          </a:p>
          <a:p>
            <a:pPr marL="45720" indent="0">
              <a:buNone/>
            </a:pPr>
            <a:r>
              <a:rPr lang="en-US" b="1" dirty="0">
                <a:latin typeface="Consolas" panose="020B0609020204030204" pitchFamily="49" charset="0"/>
              </a:rPr>
              <a:t>        			free(my2dArrp[j]);</a:t>
            </a:r>
          </a:p>
          <a:p>
            <a:pPr marL="45720" indent="0">
              <a:buNone/>
            </a:pPr>
            <a:r>
              <a:rPr lang="en-US" b="1" dirty="0">
                <a:latin typeface="Consolas" panose="020B0609020204030204" pitchFamily="49" charset="0"/>
              </a:rPr>
              <a:t>        		free(my2dArr);</a:t>
            </a:r>
          </a:p>
          <a:p>
            <a:pPr marL="45720" indent="0">
              <a:buNone/>
            </a:pPr>
            <a:r>
              <a:rPr lang="en-US" b="1" dirty="0">
                <a:latin typeface="Consolas" panose="020B0609020204030204" pitchFamily="49" charset="0"/>
              </a:rPr>
              <a:t>        	}	</a:t>
            </a:r>
          </a:p>
          <a:p>
            <a:pPr marL="45720" indent="0">
              <a:buNone/>
            </a:pPr>
            <a:r>
              <a:rPr lang="en-US" b="1" dirty="0">
                <a:latin typeface="Consolas" panose="020B0609020204030204" pitchFamily="49" charset="0"/>
              </a:rPr>
              <a:t>    }</a:t>
            </a:r>
          </a:p>
        </p:txBody>
      </p:sp>
    </p:spTree>
    <p:extLst>
      <p:ext uri="{BB962C8B-B14F-4D97-AF65-F5344CB8AC3E}">
        <p14:creationId xmlns:p14="http://schemas.microsoft.com/office/powerpoint/2010/main" val="878544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723FC-53A5-F66D-870B-3DCE127BD1B9}"/>
              </a:ext>
            </a:extLst>
          </p:cNvPr>
          <p:cNvSpPr>
            <a:spLocks noGrp="1"/>
          </p:cNvSpPr>
          <p:nvPr>
            <p:ph type="title"/>
          </p:nvPr>
        </p:nvSpPr>
        <p:spPr/>
        <p:txBody>
          <a:bodyPr/>
          <a:lstStyle/>
          <a:p>
            <a:r>
              <a:rPr lang="en-US" dirty="0"/>
              <a:t>The allocated chunks would look something like this… For R=5, C=7</a:t>
            </a:r>
          </a:p>
        </p:txBody>
      </p:sp>
      <p:graphicFrame>
        <p:nvGraphicFramePr>
          <p:cNvPr id="4" name="Content Placeholder 3">
            <a:extLst>
              <a:ext uri="{FF2B5EF4-FFF2-40B4-BE49-F238E27FC236}">
                <a16:creationId xmlns:a16="http://schemas.microsoft.com/office/drawing/2014/main" id="{016CDE50-F0B7-9E39-37A9-5EEF8307BE53}"/>
              </a:ext>
            </a:extLst>
          </p:cNvPr>
          <p:cNvGraphicFramePr>
            <a:graphicFrameLocks noGrp="1"/>
          </p:cNvGraphicFramePr>
          <p:nvPr>
            <p:ph idx="1"/>
            <p:extLst>
              <p:ext uri="{D42A27DB-BD31-4B8C-83A1-F6EECF244321}">
                <p14:modId xmlns:p14="http://schemas.microsoft.com/office/powerpoint/2010/main" val="391760218"/>
              </p:ext>
            </p:extLst>
          </p:nvPr>
        </p:nvGraphicFramePr>
        <p:xfrm>
          <a:off x="2569464" y="2501900"/>
          <a:ext cx="1426464" cy="2252980"/>
        </p:xfrm>
        <a:graphic>
          <a:graphicData uri="http://schemas.openxmlformats.org/drawingml/2006/table">
            <a:tbl>
              <a:tblPr firstRow="1" bandRow="1">
                <a:tableStyleId>{2D5ABB26-0587-4C30-8999-92F81FD0307C}</a:tableStyleId>
              </a:tblPr>
              <a:tblGrid>
                <a:gridCol w="1426464">
                  <a:extLst>
                    <a:ext uri="{9D8B030D-6E8A-4147-A177-3AD203B41FA5}">
                      <a16:colId xmlns:a16="http://schemas.microsoft.com/office/drawing/2014/main" val="3396327856"/>
                    </a:ext>
                  </a:extLst>
                </a:gridCol>
              </a:tblGrid>
              <a:tr h="450596">
                <a:tc>
                  <a:txBody>
                    <a:bodyPr/>
                    <a:lstStyle/>
                    <a:p>
                      <a:r>
                        <a:rPr lang="en-US" dirty="0">
                          <a:solidFill>
                            <a:schemeClr val="tx2"/>
                          </a:solidFill>
                        </a:rPr>
                        <a:t>my2dArr[0]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58958912"/>
                  </a:ext>
                </a:extLst>
              </a:tr>
              <a:tr h="45059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rPr>
                        <a:t>my2dArr[1]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81449856"/>
                  </a:ext>
                </a:extLst>
              </a:tr>
              <a:tr h="45059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rPr>
                        <a:t>my2dArr[2]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53270930"/>
                  </a:ext>
                </a:extLst>
              </a:tr>
              <a:tr h="45059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rPr>
                        <a:t>my2dArr[3]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7999429"/>
                  </a:ext>
                </a:extLst>
              </a:tr>
              <a:tr h="45059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rPr>
                        <a:t>my2dArr[4]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30147991"/>
                  </a:ext>
                </a:extLst>
              </a:tr>
            </a:tbl>
          </a:graphicData>
        </a:graphic>
      </p:graphicFrame>
      <p:graphicFrame>
        <p:nvGraphicFramePr>
          <p:cNvPr id="5" name="Table 4">
            <a:extLst>
              <a:ext uri="{FF2B5EF4-FFF2-40B4-BE49-F238E27FC236}">
                <a16:creationId xmlns:a16="http://schemas.microsoft.com/office/drawing/2014/main" id="{4ACAECB4-E652-5757-592D-D30683D250DC}"/>
              </a:ext>
            </a:extLst>
          </p:cNvPr>
          <p:cNvGraphicFramePr>
            <a:graphicFrameLocks noGrp="1"/>
          </p:cNvGraphicFramePr>
          <p:nvPr>
            <p:extLst>
              <p:ext uri="{D42A27DB-BD31-4B8C-83A1-F6EECF244321}">
                <p14:modId xmlns:p14="http://schemas.microsoft.com/office/powerpoint/2010/main" val="2485735807"/>
              </p:ext>
            </p:extLst>
          </p:nvPr>
        </p:nvGraphicFramePr>
        <p:xfrm>
          <a:off x="5641848" y="2042330"/>
          <a:ext cx="3612896" cy="459570"/>
        </p:xfrm>
        <a:graphic>
          <a:graphicData uri="http://schemas.openxmlformats.org/drawingml/2006/table">
            <a:tbl>
              <a:tblPr firstRow="1" bandRow="1">
                <a:tableStyleId>{BC89EF96-8CEA-46FF-86C4-4CE0E7609802}</a:tableStyleId>
              </a:tblPr>
              <a:tblGrid>
                <a:gridCol w="516128">
                  <a:extLst>
                    <a:ext uri="{9D8B030D-6E8A-4147-A177-3AD203B41FA5}">
                      <a16:colId xmlns:a16="http://schemas.microsoft.com/office/drawing/2014/main" val="1155745278"/>
                    </a:ext>
                  </a:extLst>
                </a:gridCol>
                <a:gridCol w="516128">
                  <a:extLst>
                    <a:ext uri="{9D8B030D-6E8A-4147-A177-3AD203B41FA5}">
                      <a16:colId xmlns:a16="http://schemas.microsoft.com/office/drawing/2014/main" val="3090398863"/>
                    </a:ext>
                  </a:extLst>
                </a:gridCol>
                <a:gridCol w="516128">
                  <a:extLst>
                    <a:ext uri="{9D8B030D-6E8A-4147-A177-3AD203B41FA5}">
                      <a16:colId xmlns:a16="http://schemas.microsoft.com/office/drawing/2014/main" val="1187121798"/>
                    </a:ext>
                  </a:extLst>
                </a:gridCol>
                <a:gridCol w="516128">
                  <a:extLst>
                    <a:ext uri="{9D8B030D-6E8A-4147-A177-3AD203B41FA5}">
                      <a16:colId xmlns:a16="http://schemas.microsoft.com/office/drawing/2014/main" val="2668028974"/>
                    </a:ext>
                  </a:extLst>
                </a:gridCol>
                <a:gridCol w="516128">
                  <a:extLst>
                    <a:ext uri="{9D8B030D-6E8A-4147-A177-3AD203B41FA5}">
                      <a16:colId xmlns:a16="http://schemas.microsoft.com/office/drawing/2014/main" val="1429406486"/>
                    </a:ext>
                  </a:extLst>
                </a:gridCol>
                <a:gridCol w="516128">
                  <a:extLst>
                    <a:ext uri="{9D8B030D-6E8A-4147-A177-3AD203B41FA5}">
                      <a16:colId xmlns:a16="http://schemas.microsoft.com/office/drawing/2014/main" val="1136342193"/>
                    </a:ext>
                  </a:extLst>
                </a:gridCol>
                <a:gridCol w="516128">
                  <a:extLst>
                    <a:ext uri="{9D8B030D-6E8A-4147-A177-3AD203B41FA5}">
                      <a16:colId xmlns:a16="http://schemas.microsoft.com/office/drawing/2014/main" val="2094414459"/>
                    </a:ext>
                  </a:extLst>
                </a:gridCol>
              </a:tblGrid>
              <a:tr h="459570">
                <a:tc>
                  <a:txBody>
                    <a:bodyPr/>
                    <a:lstStyle/>
                    <a:p>
                      <a:pPr algn="ctr"/>
                      <a:r>
                        <a:rPr lang="en-US" dirty="0">
                          <a:solidFill>
                            <a:schemeClr val="tx2"/>
                          </a:solidFill>
                        </a:rPr>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tx2"/>
                          </a:solidFill>
                        </a:rPr>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tx2"/>
                          </a:solidFill>
                        </a:rPr>
                        <a:t>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tx2"/>
                          </a:solidFill>
                        </a:rPr>
                        <a:t>03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tx2"/>
                          </a:solidFill>
                        </a:rPr>
                        <a:t>04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i="0" dirty="0">
                          <a:solidFill>
                            <a:schemeClr val="tx2"/>
                          </a:solidFill>
                        </a:rPr>
                        <a:t>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tx2"/>
                          </a:solidFill>
                        </a:rPr>
                        <a:t>06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371616"/>
                  </a:ext>
                </a:extLst>
              </a:tr>
            </a:tbl>
          </a:graphicData>
        </a:graphic>
      </p:graphicFrame>
      <p:sp>
        <p:nvSpPr>
          <p:cNvPr id="6" name="TextBox 5">
            <a:extLst>
              <a:ext uri="{FF2B5EF4-FFF2-40B4-BE49-F238E27FC236}">
                <a16:creationId xmlns:a16="http://schemas.microsoft.com/office/drawing/2014/main" id="{152038EF-B103-B65C-3D43-83F00E200D28}"/>
              </a:ext>
            </a:extLst>
          </p:cNvPr>
          <p:cNvSpPr txBox="1"/>
          <p:nvPr/>
        </p:nvSpPr>
        <p:spPr>
          <a:xfrm>
            <a:off x="384048" y="2533896"/>
            <a:ext cx="1783080" cy="369332"/>
          </a:xfrm>
          <a:prstGeom prst="rect">
            <a:avLst/>
          </a:prstGeom>
          <a:noFill/>
          <a:ln>
            <a:solidFill>
              <a:schemeClr val="bg2"/>
            </a:solidFill>
          </a:ln>
        </p:spPr>
        <p:txBody>
          <a:bodyPr wrap="square" rtlCol="0" anchor="ctr" anchorCtr="1">
            <a:spAutoFit/>
          </a:bodyPr>
          <a:lstStyle/>
          <a:p>
            <a:r>
              <a:rPr lang="en-US" b="1" dirty="0">
                <a:solidFill>
                  <a:schemeClr val="tx2"/>
                </a:solidFill>
              </a:rPr>
              <a:t>int** my2dArr</a:t>
            </a:r>
          </a:p>
        </p:txBody>
      </p:sp>
      <p:cxnSp>
        <p:nvCxnSpPr>
          <p:cNvPr id="8" name="Connector: Curved 7">
            <a:extLst>
              <a:ext uri="{FF2B5EF4-FFF2-40B4-BE49-F238E27FC236}">
                <a16:creationId xmlns:a16="http://schemas.microsoft.com/office/drawing/2014/main" id="{5C701512-2F68-B38B-18CB-E2502500070E}"/>
              </a:ext>
            </a:extLst>
          </p:cNvPr>
          <p:cNvCxnSpPr>
            <a:cxnSpLocks/>
            <a:stCxn id="6" idx="2"/>
            <a:endCxn id="4" idx="0"/>
          </p:cNvCxnSpPr>
          <p:nvPr/>
        </p:nvCxnSpPr>
        <p:spPr>
          <a:xfrm rot="5400000" flipH="1" flipV="1">
            <a:off x="2078478" y="1699010"/>
            <a:ext cx="401328" cy="2007108"/>
          </a:xfrm>
          <a:prstGeom prst="curvedConnector5">
            <a:avLst>
              <a:gd name="adj1" fmla="val -56961"/>
              <a:gd name="adj2" fmla="val 54442"/>
              <a:gd name="adj3" fmla="val 156961"/>
            </a:avLst>
          </a:prstGeom>
          <a:ln w="19050">
            <a:tailEnd type="triangle"/>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CF249F15-7665-13E9-CADD-C8247F0A0074}"/>
              </a:ext>
            </a:extLst>
          </p:cNvPr>
          <p:cNvSpPr txBox="1"/>
          <p:nvPr/>
        </p:nvSpPr>
        <p:spPr>
          <a:xfrm>
            <a:off x="2016252" y="5185832"/>
            <a:ext cx="2699766" cy="923330"/>
          </a:xfrm>
          <a:prstGeom prst="rect">
            <a:avLst/>
          </a:prstGeom>
          <a:noFill/>
          <a:ln>
            <a:solidFill>
              <a:schemeClr val="accent1">
                <a:lumMod val="50000"/>
              </a:schemeClr>
            </a:solidFill>
            <a:prstDash val="sysDot"/>
          </a:ln>
        </p:spPr>
        <p:txBody>
          <a:bodyPr wrap="square" rtlCol="0" anchor="ctr" anchorCtr="1">
            <a:spAutoFit/>
          </a:bodyPr>
          <a:lstStyle/>
          <a:p>
            <a:pPr algn="ctr"/>
            <a:r>
              <a:rPr lang="en-US" dirty="0">
                <a:solidFill>
                  <a:schemeClr val="tx2"/>
                </a:solidFill>
              </a:rPr>
              <a:t>Has datatype of </a:t>
            </a:r>
            <a:r>
              <a:rPr lang="en-US" b="1" dirty="0">
                <a:solidFill>
                  <a:schemeClr val="tx2"/>
                </a:solidFill>
              </a:rPr>
              <a:t>int*</a:t>
            </a:r>
            <a:r>
              <a:rPr lang="en-US" dirty="0">
                <a:solidFill>
                  <a:schemeClr val="tx2"/>
                </a:solidFill>
              </a:rPr>
              <a:t> - points to a block that will have C-columns</a:t>
            </a:r>
          </a:p>
        </p:txBody>
      </p:sp>
      <p:sp>
        <p:nvSpPr>
          <p:cNvPr id="13" name="Left Brace 12">
            <a:extLst>
              <a:ext uri="{FF2B5EF4-FFF2-40B4-BE49-F238E27FC236}">
                <a16:creationId xmlns:a16="http://schemas.microsoft.com/office/drawing/2014/main" id="{7821DA04-5BA4-BA76-7D3A-4612D9ABE3B4}"/>
              </a:ext>
            </a:extLst>
          </p:cNvPr>
          <p:cNvSpPr/>
          <p:nvPr/>
        </p:nvSpPr>
        <p:spPr>
          <a:xfrm rot="16200000">
            <a:off x="3214116" y="4466844"/>
            <a:ext cx="137160" cy="1014984"/>
          </a:xfrm>
          <a:prstGeom prst="leftBrace">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cxnSp>
        <p:nvCxnSpPr>
          <p:cNvPr id="17" name="Connector: Curved 16">
            <a:extLst>
              <a:ext uri="{FF2B5EF4-FFF2-40B4-BE49-F238E27FC236}">
                <a16:creationId xmlns:a16="http://schemas.microsoft.com/office/drawing/2014/main" id="{E5743D43-507F-63EC-4BCB-040B922E0305}"/>
              </a:ext>
            </a:extLst>
          </p:cNvPr>
          <p:cNvCxnSpPr>
            <a:endCxn id="5" idx="1"/>
          </p:cNvCxnSpPr>
          <p:nvPr/>
        </p:nvCxnSpPr>
        <p:spPr>
          <a:xfrm flipV="1">
            <a:off x="3986784" y="2272115"/>
            <a:ext cx="1655064" cy="446447"/>
          </a:xfrm>
          <a:prstGeom prst="curvedConnector3">
            <a:avLst/>
          </a:prstGeom>
          <a:ln w="19050">
            <a:tailEnd type="triangle"/>
          </a:ln>
        </p:spPr>
        <p:style>
          <a:lnRef idx="1">
            <a:schemeClr val="dk1"/>
          </a:lnRef>
          <a:fillRef idx="0">
            <a:schemeClr val="dk1"/>
          </a:fillRef>
          <a:effectRef idx="0">
            <a:schemeClr val="dk1"/>
          </a:effectRef>
          <a:fontRef idx="minor">
            <a:schemeClr val="tx1"/>
          </a:fontRef>
        </p:style>
      </p:cxnSp>
      <p:graphicFrame>
        <p:nvGraphicFramePr>
          <p:cNvPr id="18" name="Table 17">
            <a:extLst>
              <a:ext uri="{FF2B5EF4-FFF2-40B4-BE49-F238E27FC236}">
                <a16:creationId xmlns:a16="http://schemas.microsoft.com/office/drawing/2014/main" id="{DAC45838-81FA-BE19-21D3-5C3AE74EDBEF}"/>
              </a:ext>
            </a:extLst>
          </p:cNvPr>
          <p:cNvGraphicFramePr>
            <a:graphicFrameLocks noGrp="1"/>
          </p:cNvGraphicFramePr>
          <p:nvPr>
            <p:extLst>
              <p:ext uri="{D42A27DB-BD31-4B8C-83A1-F6EECF244321}">
                <p14:modId xmlns:p14="http://schemas.microsoft.com/office/powerpoint/2010/main" val="4068843308"/>
              </p:ext>
            </p:extLst>
          </p:nvPr>
        </p:nvGraphicFramePr>
        <p:xfrm>
          <a:off x="5641848" y="2725927"/>
          <a:ext cx="3612896" cy="459570"/>
        </p:xfrm>
        <a:graphic>
          <a:graphicData uri="http://schemas.openxmlformats.org/drawingml/2006/table">
            <a:tbl>
              <a:tblPr firstRow="1" bandRow="1">
                <a:tableStyleId>{BC89EF96-8CEA-46FF-86C4-4CE0E7609802}</a:tableStyleId>
              </a:tblPr>
              <a:tblGrid>
                <a:gridCol w="516128">
                  <a:extLst>
                    <a:ext uri="{9D8B030D-6E8A-4147-A177-3AD203B41FA5}">
                      <a16:colId xmlns:a16="http://schemas.microsoft.com/office/drawing/2014/main" val="1155745278"/>
                    </a:ext>
                  </a:extLst>
                </a:gridCol>
                <a:gridCol w="516128">
                  <a:extLst>
                    <a:ext uri="{9D8B030D-6E8A-4147-A177-3AD203B41FA5}">
                      <a16:colId xmlns:a16="http://schemas.microsoft.com/office/drawing/2014/main" val="3090398863"/>
                    </a:ext>
                  </a:extLst>
                </a:gridCol>
                <a:gridCol w="516128">
                  <a:extLst>
                    <a:ext uri="{9D8B030D-6E8A-4147-A177-3AD203B41FA5}">
                      <a16:colId xmlns:a16="http://schemas.microsoft.com/office/drawing/2014/main" val="1187121798"/>
                    </a:ext>
                  </a:extLst>
                </a:gridCol>
                <a:gridCol w="516128">
                  <a:extLst>
                    <a:ext uri="{9D8B030D-6E8A-4147-A177-3AD203B41FA5}">
                      <a16:colId xmlns:a16="http://schemas.microsoft.com/office/drawing/2014/main" val="2668028974"/>
                    </a:ext>
                  </a:extLst>
                </a:gridCol>
                <a:gridCol w="516128">
                  <a:extLst>
                    <a:ext uri="{9D8B030D-6E8A-4147-A177-3AD203B41FA5}">
                      <a16:colId xmlns:a16="http://schemas.microsoft.com/office/drawing/2014/main" val="1429406486"/>
                    </a:ext>
                  </a:extLst>
                </a:gridCol>
                <a:gridCol w="516128">
                  <a:extLst>
                    <a:ext uri="{9D8B030D-6E8A-4147-A177-3AD203B41FA5}">
                      <a16:colId xmlns:a16="http://schemas.microsoft.com/office/drawing/2014/main" val="1136342193"/>
                    </a:ext>
                  </a:extLst>
                </a:gridCol>
                <a:gridCol w="516128">
                  <a:extLst>
                    <a:ext uri="{9D8B030D-6E8A-4147-A177-3AD203B41FA5}">
                      <a16:colId xmlns:a16="http://schemas.microsoft.com/office/drawing/2014/main" val="2094414459"/>
                    </a:ext>
                  </a:extLst>
                </a:gridCol>
              </a:tblGrid>
              <a:tr h="459570">
                <a:tc>
                  <a:txBody>
                    <a:bodyPr/>
                    <a:lstStyle/>
                    <a:p>
                      <a:pPr algn="ctr"/>
                      <a:r>
                        <a:rPr lang="en-US" dirty="0">
                          <a:solidFill>
                            <a:schemeClr val="tx2"/>
                          </a:solidFill>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tx2"/>
                          </a:solidFill>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tx2"/>
                          </a:solidFill>
                        </a:rPr>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tx2"/>
                          </a:solidFill>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tx2"/>
                          </a:solidFill>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tx2"/>
                          </a:solidFill>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tx2"/>
                          </a:solidFill>
                        </a:rPr>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371616"/>
                  </a:ext>
                </a:extLst>
              </a:tr>
            </a:tbl>
          </a:graphicData>
        </a:graphic>
      </p:graphicFrame>
      <p:graphicFrame>
        <p:nvGraphicFramePr>
          <p:cNvPr id="19" name="Table 18">
            <a:extLst>
              <a:ext uri="{FF2B5EF4-FFF2-40B4-BE49-F238E27FC236}">
                <a16:creationId xmlns:a16="http://schemas.microsoft.com/office/drawing/2014/main" id="{46A28CDF-F437-76B4-31AD-6AFEFF5A5872}"/>
              </a:ext>
            </a:extLst>
          </p:cNvPr>
          <p:cNvGraphicFramePr>
            <a:graphicFrameLocks noGrp="1"/>
          </p:cNvGraphicFramePr>
          <p:nvPr>
            <p:extLst>
              <p:ext uri="{D42A27DB-BD31-4B8C-83A1-F6EECF244321}">
                <p14:modId xmlns:p14="http://schemas.microsoft.com/office/powerpoint/2010/main" val="92888178"/>
              </p:ext>
            </p:extLst>
          </p:nvPr>
        </p:nvGraphicFramePr>
        <p:xfrm>
          <a:off x="5641848" y="3409524"/>
          <a:ext cx="3612896" cy="459570"/>
        </p:xfrm>
        <a:graphic>
          <a:graphicData uri="http://schemas.openxmlformats.org/drawingml/2006/table">
            <a:tbl>
              <a:tblPr firstRow="1" bandRow="1">
                <a:tableStyleId>{BC89EF96-8CEA-46FF-86C4-4CE0E7609802}</a:tableStyleId>
              </a:tblPr>
              <a:tblGrid>
                <a:gridCol w="516128">
                  <a:extLst>
                    <a:ext uri="{9D8B030D-6E8A-4147-A177-3AD203B41FA5}">
                      <a16:colId xmlns:a16="http://schemas.microsoft.com/office/drawing/2014/main" val="1155745278"/>
                    </a:ext>
                  </a:extLst>
                </a:gridCol>
                <a:gridCol w="516128">
                  <a:extLst>
                    <a:ext uri="{9D8B030D-6E8A-4147-A177-3AD203B41FA5}">
                      <a16:colId xmlns:a16="http://schemas.microsoft.com/office/drawing/2014/main" val="3090398863"/>
                    </a:ext>
                  </a:extLst>
                </a:gridCol>
                <a:gridCol w="516128">
                  <a:extLst>
                    <a:ext uri="{9D8B030D-6E8A-4147-A177-3AD203B41FA5}">
                      <a16:colId xmlns:a16="http://schemas.microsoft.com/office/drawing/2014/main" val="1187121798"/>
                    </a:ext>
                  </a:extLst>
                </a:gridCol>
                <a:gridCol w="516128">
                  <a:extLst>
                    <a:ext uri="{9D8B030D-6E8A-4147-A177-3AD203B41FA5}">
                      <a16:colId xmlns:a16="http://schemas.microsoft.com/office/drawing/2014/main" val="2668028974"/>
                    </a:ext>
                  </a:extLst>
                </a:gridCol>
                <a:gridCol w="516128">
                  <a:extLst>
                    <a:ext uri="{9D8B030D-6E8A-4147-A177-3AD203B41FA5}">
                      <a16:colId xmlns:a16="http://schemas.microsoft.com/office/drawing/2014/main" val="1429406486"/>
                    </a:ext>
                  </a:extLst>
                </a:gridCol>
                <a:gridCol w="516128">
                  <a:extLst>
                    <a:ext uri="{9D8B030D-6E8A-4147-A177-3AD203B41FA5}">
                      <a16:colId xmlns:a16="http://schemas.microsoft.com/office/drawing/2014/main" val="1136342193"/>
                    </a:ext>
                  </a:extLst>
                </a:gridCol>
                <a:gridCol w="516128">
                  <a:extLst>
                    <a:ext uri="{9D8B030D-6E8A-4147-A177-3AD203B41FA5}">
                      <a16:colId xmlns:a16="http://schemas.microsoft.com/office/drawing/2014/main" val="2094414459"/>
                    </a:ext>
                  </a:extLst>
                </a:gridCol>
              </a:tblGrid>
              <a:tr h="459570">
                <a:tc>
                  <a:txBody>
                    <a:bodyPr/>
                    <a:lstStyle/>
                    <a:p>
                      <a:pPr algn="ctr"/>
                      <a:r>
                        <a:rPr lang="en-US" dirty="0">
                          <a:solidFill>
                            <a:schemeClr val="tx2"/>
                          </a:solidFill>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tx2"/>
                          </a:solidFill>
                        </a:rPr>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tx2"/>
                          </a:solidFill>
                        </a:rPr>
                        <a:t>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tx2"/>
                          </a:solidFill>
                        </a:rPr>
                        <a:t>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tx2"/>
                          </a:solidFill>
                        </a:rPr>
                        <a:t>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tx2"/>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tx2"/>
                          </a:solidFill>
                        </a:rPr>
                        <a:t>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371616"/>
                  </a:ext>
                </a:extLst>
              </a:tr>
            </a:tbl>
          </a:graphicData>
        </a:graphic>
      </p:graphicFrame>
      <p:graphicFrame>
        <p:nvGraphicFramePr>
          <p:cNvPr id="20" name="Table 19">
            <a:extLst>
              <a:ext uri="{FF2B5EF4-FFF2-40B4-BE49-F238E27FC236}">
                <a16:creationId xmlns:a16="http://schemas.microsoft.com/office/drawing/2014/main" id="{1E0AC986-91E1-98F6-E1EB-BFEA7CFA9C96}"/>
              </a:ext>
            </a:extLst>
          </p:cNvPr>
          <p:cNvGraphicFramePr>
            <a:graphicFrameLocks noGrp="1"/>
          </p:cNvGraphicFramePr>
          <p:nvPr>
            <p:extLst>
              <p:ext uri="{D42A27DB-BD31-4B8C-83A1-F6EECF244321}">
                <p14:modId xmlns:p14="http://schemas.microsoft.com/office/powerpoint/2010/main" val="1986812003"/>
              </p:ext>
            </p:extLst>
          </p:nvPr>
        </p:nvGraphicFramePr>
        <p:xfrm>
          <a:off x="5641848" y="4093121"/>
          <a:ext cx="3612896" cy="459570"/>
        </p:xfrm>
        <a:graphic>
          <a:graphicData uri="http://schemas.openxmlformats.org/drawingml/2006/table">
            <a:tbl>
              <a:tblPr firstRow="1" bandRow="1">
                <a:tableStyleId>{BC89EF96-8CEA-46FF-86C4-4CE0E7609802}</a:tableStyleId>
              </a:tblPr>
              <a:tblGrid>
                <a:gridCol w="516128">
                  <a:extLst>
                    <a:ext uri="{9D8B030D-6E8A-4147-A177-3AD203B41FA5}">
                      <a16:colId xmlns:a16="http://schemas.microsoft.com/office/drawing/2014/main" val="1155745278"/>
                    </a:ext>
                  </a:extLst>
                </a:gridCol>
                <a:gridCol w="516128">
                  <a:extLst>
                    <a:ext uri="{9D8B030D-6E8A-4147-A177-3AD203B41FA5}">
                      <a16:colId xmlns:a16="http://schemas.microsoft.com/office/drawing/2014/main" val="3090398863"/>
                    </a:ext>
                  </a:extLst>
                </a:gridCol>
                <a:gridCol w="516128">
                  <a:extLst>
                    <a:ext uri="{9D8B030D-6E8A-4147-A177-3AD203B41FA5}">
                      <a16:colId xmlns:a16="http://schemas.microsoft.com/office/drawing/2014/main" val="1187121798"/>
                    </a:ext>
                  </a:extLst>
                </a:gridCol>
                <a:gridCol w="516128">
                  <a:extLst>
                    <a:ext uri="{9D8B030D-6E8A-4147-A177-3AD203B41FA5}">
                      <a16:colId xmlns:a16="http://schemas.microsoft.com/office/drawing/2014/main" val="2668028974"/>
                    </a:ext>
                  </a:extLst>
                </a:gridCol>
                <a:gridCol w="516128">
                  <a:extLst>
                    <a:ext uri="{9D8B030D-6E8A-4147-A177-3AD203B41FA5}">
                      <a16:colId xmlns:a16="http://schemas.microsoft.com/office/drawing/2014/main" val="1429406486"/>
                    </a:ext>
                  </a:extLst>
                </a:gridCol>
                <a:gridCol w="516128">
                  <a:extLst>
                    <a:ext uri="{9D8B030D-6E8A-4147-A177-3AD203B41FA5}">
                      <a16:colId xmlns:a16="http://schemas.microsoft.com/office/drawing/2014/main" val="1136342193"/>
                    </a:ext>
                  </a:extLst>
                </a:gridCol>
                <a:gridCol w="516128">
                  <a:extLst>
                    <a:ext uri="{9D8B030D-6E8A-4147-A177-3AD203B41FA5}">
                      <a16:colId xmlns:a16="http://schemas.microsoft.com/office/drawing/2014/main" val="2094414459"/>
                    </a:ext>
                  </a:extLst>
                </a:gridCol>
              </a:tblGrid>
              <a:tr h="459570">
                <a:tc>
                  <a:txBody>
                    <a:bodyPr/>
                    <a:lstStyle/>
                    <a:p>
                      <a:pPr algn="ctr"/>
                      <a:r>
                        <a:rPr lang="en-US" dirty="0">
                          <a:solidFill>
                            <a:schemeClr val="tx2"/>
                          </a:solidFill>
                        </a:rPr>
                        <a:t>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tx2"/>
                          </a:solidFill>
                        </a:rPr>
                        <a:t>31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tx2"/>
                          </a:solidFill>
                        </a:rPr>
                        <a:t>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tx2"/>
                          </a:solidFill>
                        </a:rPr>
                        <a:t>33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tx2"/>
                          </a:solidFill>
                        </a:rPr>
                        <a:t>34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tx2"/>
                          </a:solidFill>
                        </a:rPr>
                        <a:t>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tx2"/>
                          </a:solidFill>
                        </a:rPr>
                        <a:t>36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371616"/>
                  </a:ext>
                </a:extLst>
              </a:tr>
            </a:tbl>
          </a:graphicData>
        </a:graphic>
      </p:graphicFrame>
      <p:graphicFrame>
        <p:nvGraphicFramePr>
          <p:cNvPr id="21" name="Table 20">
            <a:extLst>
              <a:ext uri="{FF2B5EF4-FFF2-40B4-BE49-F238E27FC236}">
                <a16:creationId xmlns:a16="http://schemas.microsoft.com/office/drawing/2014/main" id="{B1AF0192-E18B-CC7F-BCC0-D1FD31988EA3}"/>
              </a:ext>
            </a:extLst>
          </p:cNvPr>
          <p:cNvGraphicFramePr>
            <a:graphicFrameLocks noGrp="1"/>
          </p:cNvGraphicFramePr>
          <p:nvPr>
            <p:extLst>
              <p:ext uri="{D42A27DB-BD31-4B8C-83A1-F6EECF244321}">
                <p14:modId xmlns:p14="http://schemas.microsoft.com/office/powerpoint/2010/main" val="696039850"/>
              </p:ext>
            </p:extLst>
          </p:nvPr>
        </p:nvGraphicFramePr>
        <p:xfrm>
          <a:off x="5641848" y="4776718"/>
          <a:ext cx="3612896" cy="459570"/>
        </p:xfrm>
        <a:graphic>
          <a:graphicData uri="http://schemas.openxmlformats.org/drawingml/2006/table">
            <a:tbl>
              <a:tblPr firstRow="1" bandRow="1">
                <a:tableStyleId>{BC89EF96-8CEA-46FF-86C4-4CE0E7609802}</a:tableStyleId>
              </a:tblPr>
              <a:tblGrid>
                <a:gridCol w="516128">
                  <a:extLst>
                    <a:ext uri="{9D8B030D-6E8A-4147-A177-3AD203B41FA5}">
                      <a16:colId xmlns:a16="http://schemas.microsoft.com/office/drawing/2014/main" val="1155745278"/>
                    </a:ext>
                  </a:extLst>
                </a:gridCol>
                <a:gridCol w="516128">
                  <a:extLst>
                    <a:ext uri="{9D8B030D-6E8A-4147-A177-3AD203B41FA5}">
                      <a16:colId xmlns:a16="http://schemas.microsoft.com/office/drawing/2014/main" val="3090398863"/>
                    </a:ext>
                  </a:extLst>
                </a:gridCol>
                <a:gridCol w="516128">
                  <a:extLst>
                    <a:ext uri="{9D8B030D-6E8A-4147-A177-3AD203B41FA5}">
                      <a16:colId xmlns:a16="http://schemas.microsoft.com/office/drawing/2014/main" val="1187121798"/>
                    </a:ext>
                  </a:extLst>
                </a:gridCol>
                <a:gridCol w="516128">
                  <a:extLst>
                    <a:ext uri="{9D8B030D-6E8A-4147-A177-3AD203B41FA5}">
                      <a16:colId xmlns:a16="http://schemas.microsoft.com/office/drawing/2014/main" val="2668028974"/>
                    </a:ext>
                  </a:extLst>
                </a:gridCol>
                <a:gridCol w="516128">
                  <a:extLst>
                    <a:ext uri="{9D8B030D-6E8A-4147-A177-3AD203B41FA5}">
                      <a16:colId xmlns:a16="http://schemas.microsoft.com/office/drawing/2014/main" val="1429406486"/>
                    </a:ext>
                  </a:extLst>
                </a:gridCol>
                <a:gridCol w="516128">
                  <a:extLst>
                    <a:ext uri="{9D8B030D-6E8A-4147-A177-3AD203B41FA5}">
                      <a16:colId xmlns:a16="http://schemas.microsoft.com/office/drawing/2014/main" val="1136342193"/>
                    </a:ext>
                  </a:extLst>
                </a:gridCol>
                <a:gridCol w="516128">
                  <a:extLst>
                    <a:ext uri="{9D8B030D-6E8A-4147-A177-3AD203B41FA5}">
                      <a16:colId xmlns:a16="http://schemas.microsoft.com/office/drawing/2014/main" val="2094414459"/>
                    </a:ext>
                  </a:extLst>
                </a:gridCol>
              </a:tblGrid>
              <a:tr h="459570">
                <a:tc>
                  <a:txBody>
                    <a:bodyPr/>
                    <a:lstStyle/>
                    <a:p>
                      <a:pPr algn="ctr"/>
                      <a:r>
                        <a:rPr lang="en-US" dirty="0">
                          <a:solidFill>
                            <a:schemeClr val="tx2"/>
                          </a:solidFill>
                        </a:rPr>
                        <a:t>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tx2"/>
                          </a:solidFill>
                        </a:rPr>
                        <a:t>41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tx2"/>
                          </a:solidFill>
                        </a:rPr>
                        <a:t>42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tx2"/>
                          </a:solidFill>
                        </a:rPr>
                        <a:t>43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tx2"/>
                          </a:solidFill>
                        </a:rPr>
                        <a:t>44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tx2"/>
                          </a:solidFill>
                        </a:rPr>
                        <a:t>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tx2"/>
                          </a:solidFill>
                        </a:rPr>
                        <a:t>46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371616"/>
                  </a:ext>
                </a:extLst>
              </a:tr>
            </a:tbl>
          </a:graphicData>
        </a:graphic>
      </p:graphicFrame>
      <p:cxnSp>
        <p:nvCxnSpPr>
          <p:cNvPr id="23" name="Connector: Curved 22">
            <a:extLst>
              <a:ext uri="{FF2B5EF4-FFF2-40B4-BE49-F238E27FC236}">
                <a16:creationId xmlns:a16="http://schemas.microsoft.com/office/drawing/2014/main" id="{A8CCFC44-C894-5FD0-DB15-5A6C8814F0E2}"/>
              </a:ext>
            </a:extLst>
          </p:cNvPr>
          <p:cNvCxnSpPr>
            <a:endCxn id="18" idx="1"/>
          </p:cNvCxnSpPr>
          <p:nvPr/>
        </p:nvCxnSpPr>
        <p:spPr>
          <a:xfrm flipV="1">
            <a:off x="3995928" y="2955712"/>
            <a:ext cx="1645920" cy="229785"/>
          </a:xfrm>
          <a:prstGeom prst="curvedConnector3">
            <a:avLst/>
          </a:prstGeom>
          <a:ln w="19050">
            <a:tailEnd type="triangle"/>
          </a:ln>
        </p:spPr>
        <p:style>
          <a:lnRef idx="1">
            <a:schemeClr val="dk1"/>
          </a:lnRef>
          <a:fillRef idx="0">
            <a:schemeClr val="dk1"/>
          </a:fillRef>
          <a:effectRef idx="0">
            <a:schemeClr val="dk1"/>
          </a:effectRef>
          <a:fontRef idx="minor">
            <a:schemeClr val="tx1"/>
          </a:fontRef>
        </p:style>
      </p:cxnSp>
      <p:cxnSp>
        <p:nvCxnSpPr>
          <p:cNvPr id="25" name="Connector: Curved 24">
            <a:extLst>
              <a:ext uri="{FF2B5EF4-FFF2-40B4-BE49-F238E27FC236}">
                <a16:creationId xmlns:a16="http://schemas.microsoft.com/office/drawing/2014/main" id="{F8655A86-C4CB-2023-CB55-9E90B669E95A}"/>
              </a:ext>
            </a:extLst>
          </p:cNvPr>
          <p:cNvCxnSpPr>
            <a:endCxn id="19" idx="1"/>
          </p:cNvCxnSpPr>
          <p:nvPr/>
        </p:nvCxnSpPr>
        <p:spPr>
          <a:xfrm>
            <a:off x="3995928" y="3628390"/>
            <a:ext cx="1645920" cy="10919"/>
          </a:xfrm>
          <a:prstGeom prst="curvedConnector3">
            <a:avLst/>
          </a:prstGeom>
          <a:ln w="19050">
            <a:tailEnd type="triangle"/>
          </a:ln>
        </p:spPr>
        <p:style>
          <a:lnRef idx="1">
            <a:schemeClr val="dk1"/>
          </a:lnRef>
          <a:fillRef idx="0">
            <a:schemeClr val="dk1"/>
          </a:fillRef>
          <a:effectRef idx="0">
            <a:schemeClr val="dk1"/>
          </a:effectRef>
          <a:fontRef idx="minor">
            <a:schemeClr val="tx1"/>
          </a:fontRef>
        </p:style>
      </p:cxnSp>
      <p:cxnSp>
        <p:nvCxnSpPr>
          <p:cNvPr id="27" name="Connector: Curved 26">
            <a:extLst>
              <a:ext uri="{FF2B5EF4-FFF2-40B4-BE49-F238E27FC236}">
                <a16:creationId xmlns:a16="http://schemas.microsoft.com/office/drawing/2014/main" id="{DC73F3EC-D55C-19E8-4CF9-C79521D7F229}"/>
              </a:ext>
            </a:extLst>
          </p:cNvPr>
          <p:cNvCxnSpPr>
            <a:endCxn id="20" idx="1"/>
          </p:cNvCxnSpPr>
          <p:nvPr/>
        </p:nvCxnSpPr>
        <p:spPr>
          <a:xfrm>
            <a:off x="3995928" y="4093121"/>
            <a:ext cx="1645920" cy="229785"/>
          </a:xfrm>
          <a:prstGeom prst="curvedConnector3">
            <a:avLst/>
          </a:prstGeom>
          <a:ln w="19050">
            <a:tailEnd type="triangle"/>
          </a:ln>
        </p:spPr>
        <p:style>
          <a:lnRef idx="1">
            <a:schemeClr val="dk1"/>
          </a:lnRef>
          <a:fillRef idx="0">
            <a:schemeClr val="dk1"/>
          </a:fillRef>
          <a:effectRef idx="0">
            <a:schemeClr val="dk1"/>
          </a:effectRef>
          <a:fontRef idx="minor">
            <a:schemeClr val="tx1"/>
          </a:fontRef>
        </p:style>
      </p:cxnSp>
      <p:cxnSp>
        <p:nvCxnSpPr>
          <p:cNvPr id="29" name="Connector: Curved 28">
            <a:extLst>
              <a:ext uri="{FF2B5EF4-FFF2-40B4-BE49-F238E27FC236}">
                <a16:creationId xmlns:a16="http://schemas.microsoft.com/office/drawing/2014/main" id="{6390AF0E-4F78-D0AA-7C10-9A9789A7AFBF}"/>
              </a:ext>
            </a:extLst>
          </p:cNvPr>
          <p:cNvCxnSpPr>
            <a:endCxn id="21" idx="1"/>
          </p:cNvCxnSpPr>
          <p:nvPr/>
        </p:nvCxnSpPr>
        <p:spPr>
          <a:xfrm>
            <a:off x="3995928" y="4552691"/>
            <a:ext cx="1645920" cy="453812"/>
          </a:xfrm>
          <a:prstGeom prst="curvedConnector3">
            <a:avLst/>
          </a:prstGeom>
          <a:ln w="19050">
            <a:tailEnd type="triangle"/>
          </a:ln>
        </p:spPr>
        <p:style>
          <a:lnRef idx="1">
            <a:schemeClr val="dk1"/>
          </a:lnRef>
          <a:fillRef idx="0">
            <a:schemeClr val="dk1"/>
          </a:fillRef>
          <a:effectRef idx="0">
            <a:schemeClr val="dk1"/>
          </a:effectRef>
          <a:fontRef idx="minor">
            <a:schemeClr val="tx1"/>
          </a:fontRef>
        </p:style>
      </p:cxnSp>
      <p:sp>
        <p:nvSpPr>
          <p:cNvPr id="30" name="Left Brace 29">
            <a:extLst>
              <a:ext uri="{FF2B5EF4-FFF2-40B4-BE49-F238E27FC236}">
                <a16:creationId xmlns:a16="http://schemas.microsoft.com/office/drawing/2014/main" id="{D012BDE2-7C9F-E3D5-391E-85BA0373E8B9}"/>
              </a:ext>
            </a:extLst>
          </p:cNvPr>
          <p:cNvSpPr/>
          <p:nvPr/>
        </p:nvSpPr>
        <p:spPr>
          <a:xfrm rot="16200000">
            <a:off x="7343568" y="3599003"/>
            <a:ext cx="209457" cy="3612896"/>
          </a:xfrm>
          <a:prstGeom prst="leftBrace">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31" name="TextBox 30">
            <a:extLst>
              <a:ext uri="{FF2B5EF4-FFF2-40B4-BE49-F238E27FC236}">
                <a16:creationId xmlns:a16="http://schemas.microsoft.com/office/drawing/2014/main" id="{DC09F7CD-73DB-C93F-CA61-77FC61435F63}"/>
              </a:ext>
            </a:extLst>
          </p:cNvPr>
          <p:cNvSpPr txBox="1"/>
          <p:nvPr/>
        </p:nvSpPr>
        <p:spPr>
          <a:xfrm>
            <a:off x="5641848" y="5528895"/>
            <a:ext cx="3612896" cy="923330"/>
          </a:xfrm>
          <a:prstGeom prst="rect">
            <a:avLst/>
          </a:prstGeom>
          <a:noFill/>
          <a:ln>
            <a:solidFill>
              <a:schemeClr val="accent1">
                <a:lumMod val="50000"/>
              </a:schemeClr>
            </a:solidFill>
            <a:prstDash val="sysDot"/>
          </a:ln>
        </p:spPr>
        <p:txBody>
          <a:bodyPr wrap="square" rtlCol="0" anchor="ctr" anchorCtr="1">
            <a:spAutoFit/>
          </a:bodyPr>
          <a:lstStyle/>
          <a:p>
            <a:pPr algn="ctr"/>
            <a:r>
              <a:rPr lang="en-US" dirty="0">
                <a:solidFill>
                  <a:schemeClr val="tx2"/>
                </a:solidFill>
              </a:rPr>
              <a:t>Each of these elements would be addressed as </a:t>
            </a:r>
            <a:r>
              <a:rPr lang="en-US" b="1" dirty="0">
                <a:solidFill>
                  <a:schemeClr val="tx2"/>
                </a:solidFill>
              </a:rPr>
              <a:t>my2dArr[</a:t>
            </a:r>
            <a:r>
              <a:rPr lang="en-US" b="1" dirty="0" err="1">
                <a:solidFill>
                  <a:schemeClr val="tx2"/>
                </a:solidFill>
              </a:rPr>
              <a:t>row_num</a:t>
            </a:r>
            <a:r>
              <a:rPr lang="en-US" b="1" dirty="0">
                <a:solidFill>
                  <a:schemeClr val="tx2"/>
                </a:solidFill>
              </a:rPr>
              <a:t>][</a:t>
            </a:r>
            <a:r>
              <a:rPr lang="en-US" b="1" dirty="0" err="1">
                <a:solidFill>
                  <a:schemeClr val="tx2"/>
                </a:solidFill>
              </a:rPr>
              <a:t>col_num</a:t>
            </a:r>
            <a:r>
              <a:rPr lang="en-US" b="1" dirty="0">
                <a:solidFill>
                  <a:schemeClr val="tx2"/>
                </a:solidFill>
              </a:rPr>
              <a:t>]</a:t>
            </a:r>
          </a:p>
        </p:txBody>
      </p:sp>
      <p:sp>
        <p:nvSpPr>
          <p:cNvPr id="32" name="Left Brace 31">
            <a:extLst>
              <a:ext uri="{FF2B5EF4-FFF2-40B4-BE49-F238E27FC236}">
                <a16:creationId xmlns:a16="http://schemas.microsoft.com/office/drawing/2014/main" id="{51A2BB28-047B-212A-C39D-B56B1C191680}"/>
              </a:ext>
            </a:extLst>
          </p:cNvPr>
          <p:cNvSpPr/>
          <p:nvPr/>
        </p:nvSpPr>
        <p:spPr>
          <a:xfrm rot="10800000">
            <a:off x="9512808" y="2031411"/>
            <a:ext cx="219455" cy="3193958"/>
          </a:xfrm>
          <a:prstGeom prst="leftBrace">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33" name="TextBox 32">
            <a:extLst>
              <a:ext uri="{FF2B5EF4-FFF2-40B4-BE49-F238E27FC236}">
                <a16:creationId xmlns:a16="http://schemas.microsoft.com/office/drawing/2014/main" id="{94F1D9CD-7CF3-FB37-46BE-109EA516FD4A}"/>
              </a:ext>
            </a:extLst>
          </p:cNvPr>
          <p:cNvSpPr txBox="1"/>
          <p:nvPr/>
        </p:nvSpPr>
        <p:spPr>
          <a:xfrm>
            <a:off x="9774936" y="2725184"/>
            <a:ext cx="2151888" cy="1754326"/>
          </a:xfrm>
          <a:prstGeom prst="rect">
            <a:avLst/>
          </a:prstGeom>
          <a:noFill/>
          <a:ln>
            <a:solidFill>
              <a:schemeClr val="accent1">
                <a:lumMod val="50000"/>
              </a:schemeClr>
            </a:solidFill>
            <a:prstDash val="sysDot"/>
          </a:ln>
        </p:spPr>
        <p:txBody>
          <a:bodyPr wrap="square" rtlCol="0" anchor="ctr" anchorCtr="1">
            <a:spAutoFit/>
          </a:bodyPr>
          <a:lstStyle/>
          <a:p>
            <a:pPr algn="ctr"/>
            <a:r>
              <a:rPr lang="en-US" dirty="0">
                <a:solidFill>
                  <a:schemeClr val="tx2"/>
                </a:solidFill>
              </a:rPr>
              <a:t>Memory allocated via the</a:t>
            </a:r>
          </a:p>
          <a:p>
            <a:pPr algn="ctr"/>
            <a:r>
              <a:rPr lang="en-US" b="1" dirty="0">
                <a:solidFill>
                  <a:schemeClr val="tx2"/>
                </a:solidFill>
              </a:rPr>
              <a:t>(int*) malloc (C*</a:t>
            </a:r>
            <a:r>
              <a:rPr lang="en-US" b="1" dirty="0" err="1">
                <a:solidFill>
                  <a:schemeClr val="tx2"/>
                </a:solidFill>
              </a:rPr>
              <a:t>sizeof</a:t>
            </a:r>
            <a:r>
              <a:rPr lang="en-US" b="1" dirty="0">
                <a:solidFill>
                  <a:schemeClr val="tx2"/>
                </a:solidFill>
              </a:rPr>
              <a:t>(int))</a:t>
            </a:r>
          </a:p>
          <a:p>
            <a:pPr algn="ctr"/>
            <a:r>
              <a:rPr lang="en-US" dirty="0">
                <a:solidFill>
                  <a:schemeClr val="tx2"/>
                </a:solidFill>
              </a:rPr>
              <a:t>statement in the code</a:t>
            </a:r>
          </a:p>
        </p:txBody>
      </p:sp>
    </p:spTree>
    <p:extLst>
      <p:ext uri="{BB962C8B-B14F-4D97-AF65-F5344CB8AC3E}">
        <p14:creationId xmlns:p14="http://schemas.microsoft.com/office/powerpoint/2010/main" val="3958787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BAFB2-D51F-E795-6E3C-0811AB1D91FB}"/>
              </a:ext>
            </a:extLst>
          </p:cNvPr>
          <p:cNvSpPr>
            <a:spLocks noGrp="1"/>
          </p:cNvSpPr>
          <p:nvPr>
            <p:ph type="title"/>
          </p:nvPr>
        </p:nvSpPr>
        <p:spPr/>
        <p:txBody>
          <a:bodyPr/>
          <a:lstStyle/>
          <a:p>
            <a:r>
              <a:rPr lang="en-US" dirty="0"/>
              <a:t>Now that you know how to DMA stuff…</a:t>
            </a:r>
          </a:p>
        </p:txBody>
      </p:sp>
      <p:sp>
        <p:nvSpPr>
          <p:cNvPr id="3" name="Content Placeholder 2">
            <a:extLst>
              <a:ext uri="{FF2B5EF4-FFF2-40B4-BE49-F238E27FC236}">
                <a16:creationId xmlns:a16="http://schemas.microsoft.com/office/drawing/2014/main" id="{AF6CB02A-4B77-58F8-E667-11742E169A77}"/>
              </a:ext>
            </a:extLst>
          </p:cNvPr>
          <p:cNvSpPr>
            <a:spLocks noGrp="1"/>
          </p:cNvSpPr>
          <p:nvPr>
            <p:ph idx="1"/>
          </p:nvPr>
        </p:nvSpPr>
        <p:spPr/>
        <p:txBody>
          <a:bodyPr/>
          <a:lstStyle/>
          <a:p>
            <a:r>
              <a:rPr lang="en-US" dirty="0"/>
              <a:t>Write a function that accepts number of rows(R) and columns(C), initializes a 2D array with </a:t>
            </a:r>
            <a:r>
              <a:rPr lang="en-US" dirty="0" err="1"/>
              <a:t>RxC</a:t>
            </a:r>
            <a:r>
              <a:rPr lang="en-US" dirty="0"/>
              <a:t> dimensions, and returns the pointer to it.</a:t>
            </a:r>
          </a:p>
          <a:p>
            <a:r>
              <a:rPr lang="en-US" dirty="0"/>
              <a:t>If the allocation fails, returns NULL.</a:t>
            </a:r>
          </a:p>
          <a:p>
            <a:r>
              <a:rPr lang="en-US" dirty="0"/>
              <a:t>Perform proper memory management – in case allocation fails mid way, it should deallocate the allocated blocks before returning NULL.</a:t>
            </a:r>
          </a:p>
          <a:p>
            <a:r>
              <a:rPr lang="en-US" dirty="0"/>
              <a:t>In your main, call that function and store that pointer in a variable.</a:t>
            </a:r>
          </a:p>
        </p:txBody>
      </p:sp>
    </p:spTree>
    <p:extLst>
      <p:ext uri="{BB962C8B-B14F-4D97-AF65-F5344CB8AC3E}">
        <p14:creationId xmlns:p14="http://schemas.microsoft.com/office/powerpoint/2010/main" val="2866246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529741-FCB8-9F39-0B95-708BC982FC61}"/>
              </a:ext>
            </a:extLst>
          </p:cNvPr>
          <p:cNvSpPr>
            <a:spLocks noGrp="1"/>
          </p:cNvSpPr>
          <p:nvPr>
            <p:ph type="title"/>
          </p:nvPr>
        </p:nvSpPr>
        <p:spPr/>
        <p:txBody>
          <a:bodyPr/>
          <a:lstStyle/>
          <a:p>
            <a:r>
              <a:rPr lang="en-US" dirty="0"/>
              <a:t>Fin.</a:t>
            </a:r>
          </a:p>
        </p:txBody>
      </p:sp>
    </p:spTree>
    <p:extLst>
      <p:ext uri="{BB962C8B-B14F-4D97-AF65-F5344CB8AC3E}">
        <p14:creationId xmlns:p14="http://schemas.microsoft.com/office/powerpoint/2010/main" val="1124819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Bubbles design template">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100000">
              <a:schemeClr val="phClr">
                <a:alpha val="80000"/>
              </a:schemeClr>
            </a:gs>
            <a:gs pos="0">
              <a:schemeClr val="phClr">
                <a:lumMod val="40000"/>
                <a:lumOff val="60000"/>
                <a:alpha val="80000"/>
              </a:schemeClr>
            </a:gs>
          </a:gsLst>
          <a:path path="circle">
            <a:fillToRect l="50000" t="50000" r="50000" b="50000"/>
          </a:path>
        </a:gradFill>
        <a:gradFill rotWithShape="1">
          <a:gsLst>
            <a:gs pos="0">
              <a:schemeClr val="phClr">
                <a:lumMod val="20000"/>
                <a:lumOff val="80000"/>
                <a:alpha val="59000"/>
              </a:schemeClr>
            </a:gs>
            <a:gs pos="40000">
              <a:schemeClr val="phClr">
                <a:lumMod val="20000"/>
                <a:lumOff val="80000"/>
                <a:alpha val="66000"/>
              </a:schemeClr>
            </a:gs>
            <a:gs pos="100000">
              <a:schemeClr val="phClr">
                <a:lumMod val="40000"/>
                <a:lumOff val="60000"/>
              </a:schemeClr>
            </a:gs>
          </a:gsLst>
          <a:path path="circle">
            <a:fillToRect l="50000" t="-80000" r="50000" b="180000"/>
          </a:path>
        </a:gradFill>
      </a:bgFillStyleLst>
    </a:fmtScheme>
  </a:themeElements>
  <a:objectDefaults>
    <a:spDef>
      <a:spPr/>
      <a:bodyPr rtlCol="0" anchor="ctr"/>
      <a:lstStyle>
        <a:defPPr algn="ctr">
          <a:defRPr dirty="0"/>
        </a:defPPr>
      </a:lstStyle>
      <a:style>
        <a:lnRef idx="0">
          <a:schemeClr val="accent2"/>
        </a:lnRef>
        <a:fillRef idx="3">
          <a:schemeClr val="accent2"/>
        </a:fillRef>
        <a:effectRef idx="3">
          <a:schemeClr val="accent2"/>
        </a:effectRef>
        <a:fontRef idx="minor">
          <a:schemeClr val="lt1"/>
        </a:fontRef>
      </a:style>
    </a:spDef>
    <a:lnDef>
      <a:spPr/>
      <a:bodyPr/>
      <a:lstStyle/>
      <a:style>
        <a:lnRef idx="1">
          <a:schemeClr val="dk1"/>
        </a:lnRef>
        <a:fillRef idx="0">
          <a:schemeClr val="dk1"/>
        </a:fillRef>
        <a:effectRef idx="0">
          <a:schemeClr val="dk1"/>
        </a:effectRef>
        <a:fontRef idx="minor">
          <a:schemeClr val="tx1"/>
        </a:fontRef>
      </a:style>
    </a:lnDef>
    <a:txDef>
      <a:spPr>
        <a:noFill/>
        <a:ln>
          <a:solidFill>
            <a:schemeClr val="bg2"/>
          </a:solidFill>
        </a:ln>
      </a:spPr>
      <a:bodyPr wrap="square" rtlCol="0" anchor="ctr" anchorCtr="1">
        <a:spAutoFit/>
      </a:bodyPr>
      <a:lstStyle>
        <a:defPPr>
          <a:defRPr dirty="0"/>
        </a:defPPr>
      </a:lstStyle>
    </a:txDef>
  </a:objectDefaults>
  <a:extraClrSchemeLst/>
  <a:extLst>
    <a:ext uri="{05A4C25C-085E-4340-85A3-A5531E510DB2}">
      <thm15:themeFamily xmlns:thm15="http://schemas.microsoft.com/office/thememl/2012/main" name="Bubbles design slides.potx" id="{791C1007-8C16-4095-A382-97B1C9AA36B9}" vid="{20473F13-1D64-4A4A-9CE1-7C3468AE82BE}"/>
    </a:ext>
  </a:extLst>
</a:theme>
</file>

<file path=ppt/theme/theme2.xml><?xml version="1.0" encoding="utf-8"?>
<a:theme xmlns:a="http://schemas.openxmlformats.org/drawingml/2006/main" name="Office Theme">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Bubbles design slides</Template>
  <TotalTime>990</TotalTime>
  <Words>1643</Words>
  <Application>Microsoft Office PowerPoint</Application>
  <PresentationFormat>Widescreen</PresentationFormat>
  <Paragraphs>189</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Century Gothic</vt:lpstr>
      <vt:lpstr>Consolas</vt:lpstr>
      <vt:lpstr>Courier New</vt:lpstr>
      <vt:lpstr>Wingdings</vt:lpstr>
      <vt:lpstr>Bubbles design template</vt:lpstr>
      <vt:lpstr>Programming Fundamentals</vt:lpstr>
      <vt:lpstr>Dynamic Memory Allocation</vt:lpstr>
      <vt:lpstr>So, how does DMA work?</vt:lpstr>
      <vt:lpstr>DMA – the Functions that Help with this…</vt:lpstr>
      <vt:lpstr>Memory Allocation</vt:lpstr>
      <vt:lpstr>The ‘malloc’ Function</vt:lpstr>
      <vt:lpstr>Examples</vt:lpstr>
      <vt:lpstr>The ‘calloc’ Function</vt:lpstr>
      <vt:lpstr>Examples</vt:lpstr>
      <vt:lpstr>The ‘realloc’ Function</vt:lpstr>
      <vt:lpstr>Examples</vt:lpstr>
      <vt:lpstr>The ‘free’ Function</vt:lpstr>
      <vt:lpstr>Example</vt:lpstr>
      <vt:lpstr>Back to Dangling Pointers</vt:lpstr>
      <vt:lpstr>Memory Leaks </vt:lpstr>
      <vt:lpstr>Treating a 1D Array as a 2D Array</vt:lpstr>
      <vt:lpstr>Double Pointers</vt:lpstr>
      <vt:lpstr>Where do we wanna use Double Pointers?</vt:lpstr>
      <vt:lpstr>Saw this on StackOverflow, can’t find the link </vt:lpstr>
      <vt:lpstr>2D-Arrays Using DMA</vt:lpstr>
      <vt:lpstr>2D-Arrays Using DMA</vt:lpstr>
      <vt:lpstr>The allocated chunks would look something like this… For R=5, C=7</vt:lpstr>
      <vt:lpstr>Now that you know how to DMA stuff…</vt:lpstr>
      <vt:lpstr>Fin.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Abeeha Sattar</dc:creator>
  <cp:lastModifiedBy>Abeeha Sattar</cp:lastModifiedBy>
  <cp:revision>182</cp:revision>
  <dcterms:created xsi:type="dcterms:W3CDTF">2025-08-15T04:59:41Z</dcterms:created>
  <dcterms:modified xsi:type="dcterms:W3CDTF">2025-12-02T04:49:22Z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74069200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